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4" r:id="rId2"/>
  </p:sldMasterIdLst>
  <p:notesMasterIdLst>
    <p:notesMasterId r:id="rId45"/>
  </p:notesMasterIdLst>
  <p:sldIdLst>
    <p:sldId id="291" r:id="rId3"/>
    <p:sldId id="293" r:id="rId4"/>
    <p:sldId id="295" r:id="rId5"/>
    <p:sldId id="332" r:id="rId6"/>
    <p:sldId id="296" r:id="rId7"/>
    <p:sldId id="297" r:id="rId8"/>
    <p:sldId id="322" r:id="rId9"/>
    <p:sldId id="298" r:id="rId10"/>
    <p:sldId id="299" r:id="rId11"/>
    <p:sldId id="323" r:id="rId12"/>
    <p:sldId id="324" r:id="rId13"/>
    <p:sldId id="325" r:id="rId14"/>
    <p:sldId id="343" r:id="rId15"/>
    <p:sldId id="344" r:id="rId16"/>
    <p:sldId id="345" r:id="rId17"/>
    <p:sldId id="346" r:id="rId18"/>
    <p:sldId id="347" r:id="rId19"/>
    <p:sldId id="353" r:id="rId20"/>
    <p:sldId id="352" r:id="rId21"/>
    <p:sldId id="351" r:id="rId22"/>
    <p:sldId id="349" r:id="rId23"/>
    <p:sldId id="350" r:id="rId24"/>
    <p:sldId id="348" r:id="rId25"/>
    <p:sldId id="354" r:id="rId26"/>
    <p:sldId id="355" r:id="rId27"/>
    <p:sldId id="356" r:id="rId28"/>
    <p:sldId id="357" r:id="rId29"/>
    <p:sldId id="358" r:id="rId30"/>
    <p:sldId id="328" r:id="rId31"/>
    <p:sldId id="329" r:id="rId32"/>
    <p:sldId id="330" r:id="rId33"/>
    <p:sldId id="331" r:id="rId34"/>
    <p:sldId id="359" r:id="rId35"/>
    <p:sldId id="333" r:id="rId36"/>
    <p:sldId id="334" r:id="rId37"/>
    <p:sldId id="301" r:id="rId38"/>
    <p:sldId id="335" r:id="rId39"/>
    <p:sldId id="360" r:id="rId40"/>
    <p:sldId id="336" r:id="rId41"/>
    <p:sldId id="341" r:id="rId42"/>
    <p:sldId id="302" r:id="rId43"/>
    <p:sldId id="342"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66" d="100"/>
          <a:sy n="66" d="100"/>
        </p:scale>
        <p:origin x="2298" y="9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on Sol" userId="8fc6c4da0649c2dd" providerId="LiveId" clId="{C9EAC07F-44BF-445F-8874-B8192DE17202}"/>
    <pc:docChg chg="modSld">
      <pc:chgData name="Marion Sol" userId="8fc6c4da0649c2dd" providerId="LiveId" clId="{C9EAC07F-44BF-445F-8874-B8192DE17202}" dt="2024-11-22T09:24:31.469" v="17" actId="20577"/>
      <pc:docMkLst>
        <pc:docMk/>
      </pc:docMkLst>
      <pc:sldChg chg="modNotesTx">
        <pc:chgData name="Marion Sol" userId="8fc6c4da0649c2dd" providerId="LiveId" clId="{C9EAC07F-44BF-445F-8874-B8192DE17202}" dt="2024-11-22T09:22:54.471" v="0" actId="20577"/>
        <pc:sldMkLst>
          <pc:docMk/>
          <pc:sldMk cId="3366478370" sldId="299"/>
        </pc:sldMkLst>
      </pc:sldChg>
      <pc:sldChg chg="modNotesTx">
        <pc:chgData name="Marion Sol" userId="8fc6c4da0649c2dd" providerId="LiveId" clId="{C9EAC07F-44BF-445F-8874-B8192DE17202}" dt="2024-11-22T09:23:04.641" v="1" actId="20577"/>
        <pc:sldMkLst>
          <pc:docMk/>
          <pc:sldMk cId="3739465482" sldId="324"/>
        </pc:sldMkLst>
      </pc:sldChg>
      <pc:sldChg chg="modNotesTx">
        <pc:chgData name="Marion Sol" userId="8fc6c4da0649c2dd" providerId="LiveId" clId="{C9EAC07F-44BF-445F-8874-B8192DE17202}" dt="2024-11-22T09:24:31.469" v="17" actId="20577"/>
        <pc:sldMkLst>
          <pc:docMk/>
          <pc:sldMk cId="1975471007" sldId="330"/>
        </pc:sldMkLst>
      </pc:sldChg>
      <pc:sldChg chg="modNotesTx">
        <pc:chgData name="Marion Sol" userId="8fc6c4da0649c2dd" providerId="LiveId" clId="{C9EAC07F-44BF-445F-8874-B8192DE17202}" dt="2024-11-22T09:23:11.464" v="2" actId="20577"/>
        <pc:sldMkLst>
          <pc:docMk/>
          <pc:sldMk cId="3349361830" sldId="343"/>
        </pc:sldMkLst>
      </pc:sldChg>
      <pc:sldChg chg="modNotesTx">
        <pc:chgData name="Marion Sol" userId="8fc6c4da0649c2dd" providerId="LiveId" clId="{C9EAC07F-44BF-445F-8874-B8192DE17202}" dt="2024-11-22T09:23:16.744" v="3" actId="20577"/>
        <pc:sldMkLst>
          <pc:docMk/>
          <pc:sldMk cId="2373458544" sldId="344"/>
        </pc:sldMkLst>
      </pc:sldChg>
      <pc:sldChg chg="modNotesTx">
        <pc:chgData name="Marion Sol" userId="8fc6c4da0649c2dd" providerId="LiveId" clId="{C9EAC07F-44BF-445F-8874-B8192DE17202}" dt="2024-11-22T09:23:24.952" v="4" actId="20577"/>
        <pc:sldMkLst>
          <pc:docMk/>
          <pc:sldMk cId="2627308402" sldId="346"/>
        </pc:sldMkLst>
      </pc:sldChg>
      <pc:sldChg chg="modNotesTx">
        <pc:chgData name="Marion Sol" userId="8fc6c4da0649c2dd" providerId="LiveId" clId="{C9EAC07F-44BF-445F-8874-B8192DE17202}" dt="2024-11-22T09:23:29.725" v="5" actId="20577"/>
        <pc:sldMkLst>
          <pc:docMk/>
          <pc:sldMk cId="194972501" sldId="347"/>
        </pc:sldMkLst>
      </pc:sldChg>
      <pc:sldChg chg="modNotesTx">
        <pc:chgData name="Marion Sol" userId="8fc6c4da0649c2dd" providerId="LiveId" clId="{C9EAC07F-44BF-445F-8874-B8192DE17202}" dt="2024-11-22T09:23:57.429" v="11" actId="20577"/>
        <pc:sldMkLst>
          <pc:docMk/>
          <pc:sldMk cId="3219480139" sldId="348"/>
        </pc:sldMkLst>
      </pc:sldChg>
      <pc:sldChg chg="modNotesTx">
        <pc:chgData name="Marion Sol" userId="8fc6c4da0649c2dd" providerId="LiveId" clId="{C9EAC07F-44BF-445F-8874-B8192DE17202}" dt="2024-11-22T09:23:49.283" v="9" actId="20577"/>
        <pc:sldMkLst>
          <pc:docMk/>
          <pc:sldMk cId="3487744537" sldId="349"/>
        </pc:sldMkLst>
      </pc:sldChg>
      <pc:sldChg chg="modNotesTx">
        <pc:chgData name="Marion Sol" userId="8fc6c4da0649c2dd" providerId="LiveId" clId="{C9EAC07F-44BF-445F-8874-B8192DE17202}" dt="2024-11-22T09:23:53.212" v="10" actId="20577"/>
        <pc:sldMkLst>
          <pc:docMk/>
          <pc:sldMk cId="3746738210" sldId="350"/>
        </pc:sldMkLst>
      </pc:sldChg>
      <pc:sldChg chg="modNotesTx">
        <pc:chgData name="Marion Sol" userId="8fc6c4da0649c2dd" providerId="LiveId" clId="{C9EAC07F-44BF-445F-8874-B8192DE17202}" dt="2024-11-22T09:23:44.808" v="8" actId="20577"/>
        <pc:sldMkLst>
          <pc:docMk/>
          <pc:sldMk cId="2910476165" sldId="351"/>
        </pc:sldMkLst>
      </pc:sldChg>
      <pc:sldChg chg="modNotesTx">
        <pc:chgData name="Marion Sol" userId="8fc6c4da0649c2dd" providerId="LiveId" clId="{C9EAC07F-44BF-445F-8874-B8192DE17202}" dt="2024-11-22T09:23:40.126" v="7" actId="20577"/>
        <pc:sldMkLst>
          <pc:docMk/>
          <pc:sldMk cId="2556366802" sldId="352"/>
        </pc:sldMkLst>
      </pc:sldChg>
      <pc:sldChg chg="modNotesTx">
        <pc:chgData name="Marion Sol" userId="8fc6c4da0649c2dd" providerId="LiveId" clId="{C9EAC07F-44BF-445F-8874-B8192DE17202}" dt="2024-11-22T09:23:35.923" v="6" actId="20577"/>
        <pc:sldMkLst>
          <pc:docMk/>
          <pc:sldMk cId="3817381870" sldId="353"/>
        </pc:sldMkLst>
      </pc:sldChg>
      <pc:sldChg chg="modNotesTx">
        <pc:chgData name="Marion Sol" userId="8fc6c4da0649c2dd" providerId="LiveId" clId="{C9EAC07F-44BF-445F-8874-B8192DE17202}" dt="2024-11-22T09:24:01.424" v="12" actId="20577"/>
        <pc:sldMkLst>
          <pc:docMk/>
          <pc:sldMk cId="1471582115" sldId="354"/>
        </pc:sldMkLst>
      </pc:sldChg>
      <pc:sldChg chg="modNotesTx">
        <pc:chgData name="Marion Sol" userId="8fc6c4da0649c2dd" providerId="LiveId" clId="{C9EAC07F-44BF-445F-8874-B8192DE17202}" dt="2024-11-22T09:24:07.866" v="13" actId="20577"/>
        <pc:sldMkLst>
          <pc:docMk/>
          <pc:sldMk cId="4236037432" sldId="355"/>
        </pc:sldMkLst>
      </pc:sldChg>
      <pc:sldChg chg="modNotesTx">
        <pc:chgData name="Marion Sol" userId="8fc6c4da0649c2dd" providerId="LiveId" clId="{C9EAC07F-44BF-445F-8874-B8192DE17202}" dt="2024-11-22T09:24:11.445" v="14" actId="20577"/>
        <pc:sldMkLst>
          <pc:docMk/>
          <pc:sldMk cId="1682559589" sldId="356"/>
        </pc:sldMkLst>
      </pc:sldChg>
      <pc:sldChg chg="modNotesTx">
        <pc:chgData name="Marion Sol" userId="8fc6c4da0649c2dd" providerId="LiveId" clId="{C9EAC07F-44BF-445F-8874-B8192DE17202}" dt="2024-11-22T09:24:15.888" v="15" actId="20577"/>
        <pc:sldMkLst>
          <pc:docMk/>
          <pc:sldMk cId="2700479596" sldId="357"/>
        </pc:sldMkLst>
      </pc:sldChg>
      <pc:sldChg chg="modNotesTx">
        <pc:chgData name="Marion Sol" userId="8fc6c4da0649c2dd" providerId="LiveId" clId="{C9EAC07F-44BF-445F-8874-B8192DE17202}" dt="2024-11-22T09:24:19.254" v="16" actId="20577"/>
        <pc:sldMkLst>
          <pc:docMk/>
          <pc:sldMk cId="1304831700" sldId="358"/>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22CF69B-625B-427A-A826-FE1150A3AC27}" type="doc">
      <dgm:prSet loTypeId="urn:microsoft.com/office/officeart/2005/8/layout/list1" loCatId="list" qsTypeId="urn:microsoft.com/office/officeart/2005/8/quickstyle/simple1" qsCatId="simple" csTypeId="urn:microsoft.com/office/officeart/2005/8/colors/accent1_2" csCatId="accent1"/>
      <dgm:spPr/>
      <dgm:t>
        <a:bodyPr/>
        <a:lstStyle/>
        <a:p>
          <a:endParaRPr lang="en-US"/>
        </a:p>
      </dgm:t>
    </dgm:pt>
    <dgm:pt modelId="{1242CCAA-C4FC-4771-BCE4-0A9944D3BE2A}">
      <dgm:prSet/>
      <dgm:spPr/>
      <dgm:t>
        <a:bodyPr/>
        <a:lstStyle/>
        <a:p>
          <a:r>
            <a:rPr lang="fr-FR" b="1" noProof="0" dirty="0"/>
            <a:t>Introduction</a:t>
          </a:r>
          <a:endParaRPr lang="fr-FR" noProof="0" dirty="0"/>
        </a:p>
      </dgm:t>
    </dgm:pt>
    <dgm:pt modelId="{12CC08E2-1FC8-4984-A765-A3DD811E0B65}" type="parTrans" cxnId="{BCFB491B-2787-468A-987B-0666A20444D7}">
      <dgm:prSet/>
      <dgm:spPr/>
      <dgm:t>
        <a:bodyPr/>
        <a:lstStyle/>
        <a:p>
          <a:endParaRPr lang="en-US"/>
        </a:p>
      </dgm:t>
    </dgm:pt>
    <dgm:pt modelId="{42B5C94C-E844-438F-AA42-371E367A5309}" type="sibTrans" cxnId="{BCFB491B-2787-468A-987B-0666A20444D7}">
      <dgm:prSet/>
      <dgm:spPr/>
      <dgm:t>
        <a:bodyPr/>
        <a:lstStyle/>
        <a:p>
          <a:endParaRPr lang="en-US"/>
        </a:p>
      </dgm:t>
    </dgm:pt>
    <dgm:pt modelId="{9AD23F52-BB51-459E-B700-D823141643B9}">
      <dgm:prSet/>
      <dgm:spPr/>
      <dgm:t>
        <a:bodyPr/>
        <a:lstStyle/>
        <a:p>
          <a:r>
            <a:rPr lang="fr-FR" b="1" noProof="0" dirty="0"/>
            <a:t>Analyse Préliminaire des Données</a:t>
          </a:r>
          <a:endParaRPr lang="fr-FR" noProof="0" dirty="0"/>
        </a:p>
      </dgm:t>
    </dgm:pt>
    <dgm:pt modelId="{2E640933-EDED-4880-8D66-7D3653D0480A}" type="parTrans" cxnId="{1F38FFFF-90D3-41E2-86D0-5265A56BEFF6}">
      <dgm:prSet/>
      <dgm:spPr/>
      <dgm:t>
        <a:bodyPr/>
        <a:lstStyle/>
        <a:p>
          <a:endParaRPr lang="en-US"/>
        </a:p>
      </dgm:t>
    </dgm:pt>
    <dgm:pt modelId="{FA3335DD-0423-45B3-84D0-431107E25823}" type="sibTrans" cxnId="{1F38FFFF-90D3-41E2-86D0-5265A56BEFF6}">
      <dgm:prSet/>
      <dgm:spPr/>
      <dgm:t>
        <a:bodyPr/>
        <a:lstStyle/>
        <a:p>
          <a:endParaRPr lang="en-US"/>
        </a:p>
      </dgm:t>
    </dgm:pt>
    <dgm:pt modelId="{309EEE22-4E42-4DCE-91A2-08257B88D4ED}">
      <dgm:prSet/>
      <dgm:spPr/>
      <dgm:t>
        <a:bodyPr/>
        <a:lstStyle/>
        <a:p>
          <a:r>
            <a:rPr lang="fr-FR" b="1" noProof="0" dirty="0"/>
            <a:t>Analyse Approfondie</a:t>
          </a:r>
          <a:endParaRPr lang="fr-FR" noProof="0" dirty="0"/>
        </a:p>
      </dgm:t>
    </dgm:pt>
    <dgm:pt modelId="{9227BF6B-F434-48DE-AE80-059A74E6843A}" type="parTrans" cxnId="{726FE692-EF51-410E-8CFF-74542D2FD989}">
      <dgm:prSet/>
      <dgm:spPr/>
      <dgm:t>
        <a:bodyPr/>
        <a:lstStyle/>
        <a:p>
          <a:endParaRPr lang="en-US"/>
        </a:p>
      </dgm:t>
    </dgm:pt>
    <dgm:pt modelId="{78827646-377E-44F0-AE32-4CC10500DF4E}" type="sibTrans" cxnId="{726FE692-EF51-410E-8CFF-74542D2FD989}">
      <dgm:prSet/>
      <dgm:spPr/>
      <dgm:t>
        <a:bodyPr/>
        <a:lstStyle/>
        <a:p>
          <a:endParaRPr lang="en-US"/>
        </a:p>
      </dgm:t>
    </dgm:pt>
    <dgm:pt modelId="{E5DD65C6-467C-4D95-AD40-5BB10A80F746}">
      <dgm:prSet/>
      <dgm:spPr/>
      <dgm:t>
        <a:bodyPr/>
        <a:lstStyle/>
        <a:p>
          <a:r>
            <a:rPr lang="fr-FR" b="1" noProof="0" dirty="0"/>
            <a:t>Résultats</a:t>
          </a:r>
          <a:endParaRPr lang="fr-FR" noProof="0" dirty="0"/>
        </a:p>
      </dgm:t>
    </dgm:pt>
    <dgm:pt modelId="{D247737F-8794-4804-ADF8-358C7954FACE}" type="parTrans" cxnId="{817B0DB7-6AD8-447B-93EA-032FAD7AC6B4}">
      <dgm:prSet/>
      <dgm:spPr/>
      <dgm:t>
        <a:bodyPr/>
        <a:lstStyle/>
        <a:p>
          <a:endParaRPr lang="en-US"/>
        </a:p>
      </dgm:t>
    </dgm:pt>
    <dgm:pt modelId="{ABCCAD4F-99B1-490C-B9DF-CDED531339E4}" type="sibTrans" cxnId="{817B0DB7-6AD8-447B-93EA-032FAD7AC6B4}">
      <dgm:prSet/>
      <dgm:spPr/>
      <dgm:t>
        <a:bodyPr/>
        <a:lstStyle/>
        <a:p>
          <a:endParaRPr lang="en-US"/>
        </a:p>
      </dgm:t>
    </dgm:pt>
    <dgm:pt modelId="{B48DE04E-A89A-46D7-82B7-2FB2782E3270}" type="pres">
      <dgm:prSet presAssocID="{622CF69B-625B-427A-A826-FE1150A3AC27}" presName="linear" presStyleCnt="0">
        <dgm:presLayoutVars>
          <dgm:dir/>
          <dgm:animLvl val="lvl"/>
          <dgm:resizeHandles val="exact"/>
        </dgm:presLayoutVars>
      </dgm:prSet>
      <dgm:spPr/>
    </dgm:pt>
    <dgm:pt modelId="{FD7225E5-613F-46D2-9FB4-26DD138211E1}" type="pres">
      <dgm:prSet presAssocID="{1242CCAA-C4FC-4771-BCE4-0A9944D3BE2A}" presName="parentLin" presStyleCnt="0"/>
      <dgm:spPr/>
    </dgm:pt>
    <dgm:pt modelId="{7555099B-49E3-4D86-A69A-B662B404FBFA}" type="pres">
      <dgm:prSet presAssocID="{1242CCAA-C4FC-4771-BCE4-0A9944D3BE2A}" presName="parentLeftMargin" presStyleLbl="node1" presStyleIdx="0" presStyleCnt="4"/>
      <dgm:spPr/>
    </dgm:pt>
    <dgm:pt modelId="{C5BBDAA7-D279-4B1B-B02A-1426D64D7342}" type="pres">
      <dgm:prSet presAssocID="{1242CCAA-C4FC-4771-BCE4-0A9944D3BE2A}" presName="parentText" presStyleLbl="node1" presStyleIdx="0" presStyleCnt="4">
        <dgm:presLayoutVars>
          <dgm:chMax val="0"/>
          <dgm:bulletEnabled val="1"/>
        </dgm:presLayoutVars>
      </dgm:prSet>
      <dgm:spPr/>
    </dgm:pt>
    <dgm:pt modelId="{0247D799-B99A-443E-868D-6A9C1DA8CFE3}" type="pres">
      <dgm:prSet presAssocID="{1242CCAA-C4FC-4771-BCE4-0A9944D3BE2A}" presName="negativeSpace" presStyleCnt="0"/>
      <dgm:spPr/>
    </dgm:pt>
    <dgm:pt modelId="{658ACF71-16BC-4653-8912-1BF16950739E}" type="pres">
      <dgm:prSet presAssocID="{1242CCAA-C4FC-4771-BCE4-0A9944D3BE2A}" presName="childText" presStyleLbl="conFgAcc1" presStyleIdx="0" presStyleCnt="4">
        <dgm:presLayoutVars>
          <dgm:bulletEnabled val="1"/>
        </dgm:presLayoutVars>
      </dgm:prSet>
      <dgm:spPr/>
    </dgm:pt>
    <dgm:pt modelId="{F624B19B-6508-4103-A302-9512E598B657}" type="pres">
      <dgm:prSet presAssocID="{42B5C94C-E844-438F-AA42-371E367A5309}" presName="spaceBetweenRectangles" presStyleCnt="0"/>
      <dgm:spPr/>
    </dgm:pt>
    <dgm:pt modelId="{91CB9622-F533-4824-A9E0-622D95992799}" type="pres">
      <dgm:prSet presAssocID="{9AD23F52-BB51-459E-B700-D823141643B9}" presName="parentLin" presStyleCnt="0"/>
      <dgm:spPr/>
    </dgm:pt>
    <dgm:pt modelId="{61987EAE-21ED-4CDD-A0AE-EFC424F2EFC3}" type="pres">
      <dgm:prSet presAssocID="{9AD23F52-BB51-459E-B700-D823141643B9}" presName="parentLeftMargin" presStyleLbl="node1" presStyleIdx="0" presStyleCnt="4"/>
      <dgm:spPr/>
    </dgm:pt>
    <dgm:pt modelId="{B647FD4D-4879-4E8B-AB3D-F06D560596B7}" type="pres">
      <dgm:prSet presAssocID="{9AD23F52-BB51-459E-B700-D823141643B9}" presName="parentText" presStyleLbl="node1" presStyleIdx="1" presStyleCnt="4">
        <dgm:presLayoutVars>
          <dgm:chMax val="0"/>
          <dgm:bulletEnabled val="1"/>
        </dgm:presLayoutVars>
      </dgm:prSet>
      <dgm:spPr/>
    </dgm:pt>
    <dgm:pt modelId="{DD258FB9-94E5-4BB4-A6D7-AB354748C40C}" type="pres">
      <dgm:prSet presAssocID="{9AD23F52-BB51-459E-B700-D823141643B9}" presName="negativeSpace" presStyleCnt="0"/>
      <dgm:spPr/>
    </dgm:pt>
    <dgm:pt modelId="{1BA07E82-DC47-42B9-84C7-77685A138E86}" type="pres">
      <dgm:prSet presAssocID="{9AD23F52-BB51-459E-B700-D823141643B9}" presName="childText" presStyleLbl="conFgAcc1" presStyleIdx="1" presStyleCnt="4">
        <dgm:presLayoutVars>
          <dgm:bulletEnabled val="1"/>
        </dgm:presLayoutVars>
      </dgm:prSet>
      <dgm:spPr/>
    </dgm:pt>
    <dgm:pt modelId="{C88FCC42-DC36-4990-9F8B-51E866644DFA}" type="pres">
      <dgm:prSet presAssocID="{FA3335DD-0423-45B3-84D0-431107E25823}" presName="spaceBetweenRectangles" presStyleCnt="0"/>
      <dgm:spPr/>
    </dgm:pt>
    <dgm:pt modelId="{F83756B7-B43E-47B8-A3EB-28112CB18ABD}" type="pres">
      <dgm:prSet presAssocID="{309EEE22-4E42-4DCE-91A2-08257B88D4ED}" presName="parentLin" presStyleCnt="0"/>
      <dgm:spPr/>
    </dgm:pt>
    <dgm:pt modelId="{EB80C6AF-7687-4F47-90BD-C899069EF9DC}" type="pres">
      <dgm:prSet presAssocID="{309EEE22-4E42-4DCE-91A2-08257B88D4ED}" presName="parentLeftMargin" presStyleLbl="node1" presStyleIdx="1" presStyleCnt="4"/>
      <dgm:spPr/>
    </dgm:pt>
    <dgm:pt modelId="{C147F46E-58D7-4DBE-88EA-38647445DF8E}" type="pres">
      <dgm:prSet presAssocID="{309EEE22-4E42-4DCE-91A2-08257B88D4ED}" presName="parentText" presStyleLbl="node1" presStyleIdx="2" presStyleCnt="4">
        <dgm:presLayoutVars>
          <dgm:chMax val="0"/>
          <dgm:bulletEnabled val="1"/>
        </dgm:presLayoutVars>
      </dgm:prSet>
      <dgm:spPr/>
    </dgm:pt>
    <dgm:pt modelId="{8099A865-3087-4ED6-AABC-DDBCAAF01405}" type="pres">
      <dgm:prSet presAssocID="{309EEE22-4E42-4DCE-91A2-08257B88D4ED}" presName="negativeSpace" presStyleCnt="0"/>
      <dgm:spPr/>
    </dgm:pt>
    <dgm:pt modelId="{BFF02838-6F47-4C1B-8613-7ECAF0435EC1}" type="pres">
      <dgm:prSet presAssocID="{309EEE22-4E42-4DCE-91A2-08257B88D4ED}" presName="childText" presStyleLbl="conFgAcc1" presStyleIdx="2" presStyleCnt="4">
        <dgm:presLayoutVars>
          <dgm:bulletEnabled val="1"/>
        </dgm:presLayoutVars>
      </dgm:prSet>
      <dgm:spPr/>
    </dgm:pt>
    <dgm:pt modelId="{2F1E3501-61B0-4A63-A6E7-BD069F30367A}" type="pres">
      <dgm:prSet presAssocID="{78827646-377E-44F0-AE32-4CC10500DF4E}" presName="spaceBetweenRectangles" presStyleCnt="0"/>
      <dgm:spPr/>
    </dgm:pt>
    <dgm:pt modelId="{330A2313-C885-4A34-A913-41FB79B0A7E5}" type="pres">
      <dgm:prSet presAssocID="{E5DD65C6-467C-4D95-AD40-5BB10A80F746}" presName="parentLin" presStyleCnt="0"/>
      <dgm:spPr/>
    </dgm:pt>
    <dgm:pt modelId="{04D1D47B-5B26-4F11-82E0-0F00A47B3B91}" type="pres">
      <dgm:prSet presAssocID="{E5DD65C6-467C-4D95-AD40-5BB10A80F746}" presName="parentLeftMargin" presStyleLbl="node1" presStyleIdx="2" presStyleCnt="4"/>
      <dgm:spPr/>
    </dgm:pt>
    <dgm:pt modelId="{A9BC5BDD-9A7F-483D-8057-4C610A9FB731}" type="pres">
      <dgm:prSet presAssocID="{E5DD65C6-467C-4D95-AD40-5BB10A80F746}" presName="parentText" presStyleLbl="node1" presStyleIdx="3" presStyleCnt="4">
        <dgm:presLayoutVars>
          <dgm:chMax val="0"/>
          <dgm:bulletEnabled val="1"/>
        </dgm:presLayoutVars>
      </dgm:prSet>
      <dgm:spPr/>
    </dgm:pt>
    <dgm:pt modelId="{D19F9902-B4F1-4594-999B-651AF8F4FC3F}" type="pres">
      <dgm:prSet presAssocID="{E5DD65C6-467C-4D95-AD40-5BB10A80F746}" presName="negativeSpace" presStyleCnt="0"/>
      <dgm:spPr/>
    </dgm:pt>
    <dgm:pt modelId="{D98DA01F-3018-42E9-A2EE-A1930DA7D31F}" type="pres">
      <dgm:prSet presAssocID="{E5DD65C6-467C-4D95-AD40-5BB10A80F746}" presName="childText" presStyleLbl="conFgAcc1" presStyleIdx="3" presStyleCnt="4">
        <dgm:presLayoutVars>
          <dgm:bulletEnabled val="1"/>
        </dgm:presLayoutVars>
      </dgm:prSet>
      <dgm:spPr/>
    </dgm:pt>
  </dgm:ptLst>
  <dgm:cxnLst>
    <dgm:cxn modelId="{0CD6DA12-5AFF-40C9-AB56-8EAE875D117E}" type="presOf" srcId="{9AD23F52-BB51-459E-B700-D823141643B9}" destId="{B647FD4D-4879-4E8B-AB3D-F06D560596B7}" srcOrd="1" destOrd="0" presId="urn:microsoft.com/office/officeart/2005/8/layout/list1"/>
    <dgm:cxn modelId="{A9AC0D14-30CA-47A3-B3A9-1065CB657F7A}" type="presOf" srcId="{1242CCAA-C4FC-4771-BCE4-0A9944D3BE2A}" destId="{7555099B-49E3-4D86-A69A-B662B404FBFA}" srcOrd="0" destOrd="0" presId="urn:microsoft.com/office/officeart/2005/8/layout/list1"/>
    <dgm:cxn modelId="{CF87B117-C2D1-4803-BD07-15FA87D87D02}" type="presOf" srcId="{309EEE22-4E42-4DCE-91A2-08257B88D4ED}" destId="{C147F46E-58D7-4DBE-88EA-38647445DF8E}" srcOrd="1" destOrd="0" presId="urn:microsoft.com/office/officeart/2005/8/layout/list1"/>
    <dgm:cxn modelId="{BCFB491B-2787-468A-987B-0666A20444D7}" srcId="{622CF69B-625B-427A-A826-FE1150A3AC27}" destId="{1242CCAA-C4FC-4771-BCE4-0A9944D3BE2A}" srcOrd="0" destOrd="0" parTransId="{12CC08E2-1FC8-4984-A765-A3DD811E0B65}" sibTransId="{42B5C94C-E844-438F-AA42-371E367A5309}"/>
    <dgm:cxn modelId="{5FA7282A-F3A5-4250-A0C1-509DEBE53B73}" type="presOf" srcId="{9AD23F52-BB51-459E-B700-D823141643B9}" destId="{61987EAE-21ED-4CDD-A0AE-EFC424F2EFC3}" srcOrd="0" destOrd="0" presId="urn:microsoft.com/office/officeart/2005/8/layout/list1"/>
    <dgm:cxn modelId="{CD1C055F-AE9F-4546-8C97-6456E6E81AE3}" type="presOf" srcId="{E5DD65C6-467C-4D95-AD40-5BB10A80F746}" destId="{A9BC5BDD-9A7F-483D-8057-4C610A9FB731}" srcOrd="1" destOrd="0" presId="urn:microsoft.com/office/officeart/2005/8/layout/list1"/>
    <dgm:cxn modelId="{5E490762-34F3-4F4B-9DCE-04A496087807}" type="presOf" srcId="{622CF69B-625B-427A-A826-FE1150A3AC27}" destId="{B48DE04E-A89A-46D7-82B7-2FB2782E3270}" srcOrd="0" destOrd="0" presId="urn:microsoft.com/office/officeart/2005/8/layout/list1"/>
    <dgm:cxn modelId="{726FE692-EF51-410E-8CFF-74542D2FD989}" srcId="{622CF69B-625B-427A-A826-FE1150A3AC27}" destId="{309EEE22-4E42-4DCE-91A2-08257B88D4ED}" srcOrd="2" destOrd="0" parTransId="{9227BF6B-F434-48DE-AE80-059A74E6843A}" sibTransId="{78827646-377E-44F0-AE32-4CC10500DF4E}"/>
    <dgm:cxn modelId="{817B0DB7-6AD8-447B-93EA-032FAD7AC6B4}" srcId="{622CF69B-625B-427A-A826-FE1150A3AC27}" destId="{E5DD65C6-467C-4D95-AD40-5BB10A80F746}" srcOrd="3" destOrd="0" parTransId="{D247737F-8794-4804-ADF8-358C7954FACE}" sibTransId="{ABCCAD4F-99B1-490C-B9DF-CDED531339E4}"/>
    <dgm:cxn modelId="{EEDA53C9-8AE9-4758-B30B-73248BB144B4}" type="presOf" srcId="{E5DD65C6-467C-4D95-AD40-5BB10A80F746}" destId="{04D1D47B-5B26-4F11-82E0-0F00A47B3B91}" srcOrd="0" destOrd="0" presId="urn:microsoft.com/office/officeart/2005/8/layout/list1"/>
    <dgm:cxn modelId="{CCD8C8D5-E9B1-49A3-B575-516BAB13D83F}" type="presOf" srcId="{1242CCAA-C4FC-4771-BCE4-0A9944D3BE2A}" destId="{C5BBDAA7-D279-4B1B-B02A-1426D64D7342}" srcOrd="1" destOrd="0" presId="urn:microsoft.com/office/officeart/2005/8/layout/list1"/>
    <dgm:cxn modelId="{93767CE0-28B6-4209-B49C-5D2C8E13913C}" type="presOf" srcId="{309EEE22-4E42-4DCE-91A2-08257B88D4ED}" destId="{EB80C6AF-7687-4F47-90BD-C899069EF9DC}" srcOrd="0" destOrd="0" presId="urn:microsoft.com/office/officeart/2005/8/layout/list1"/>
    <dgm:cxn modelId="{1F38FFFF-90D3-41E2-86D0-5265A56BEFF6}" srcId="{622CF69B-625B-427A-A826-FE1150A3AC27}" destId="{9AD23F52-BB51-459E-B700-D823141643B9}" srcOrd="1" destOrd="0" parTransId="{2E640933-EDED-4880-8D66-7D3653D0480A}" sibTransId="{FA3335DD-0423-45B3-84D0-431107E25823}"/>
    <dgm:cxn modelId="{4D6F308E-4071-4EBC-BAC1-FF728F303845}" type="presParOf" srcId="{B48DE04E-A89A-46D7-82B7-2FB2782E3270}" destId="{FD7225E5-613F-46D2-9FB4-26DD138211E1}" srcOrd="0" destOrd="0" presId="urn:microsoft.com/office/officeart/2005/8/layout/list1"/>
    <dgm:cxn modelId="{E1BE9718-7120-481B-ADD3-2C46781101F5}" type="presParOf" srcId="{FD7225E5-613F-46D2-9FB4-26DD138211E1}" destId="{7555099B-49E3-4D86-A69A-B662B404FBFA}" srcOrd="0" destOrd="0" presId="urn:microsoft.com/office/officeart/2005/8/layout/list1"/>
    <dgm:cxn modelId="{3E0954C5-07C9-4A9B-8076-429B7CD42037}" type="presParOf" srcId="{FD7225E5-613F-46D2-9FB4-26DD138211E1}" destId="{C5BBDAA7-D279-4B1B-B02A-1426D64D7342}" srcOrd="1" destOrd="0" presId="urn:microsoft.com/office/officeart/2005/8/layout/list1"/>
    <dgm:cxn modelId="{243E20E1-7E6C-46D5-A1A1-E8C3C8B3C614}" type="presParOf" srcId="{B48DE04E-A89A-46D7-82B7-2FB2782E3270}" destId="{0247D799-B99A-443E-868D-6A9C1DA8CFE3}" srcOrd="1" destOrd="0" presId="urn:microsoft.com/office/officeart/2005/8/layout/list1"/>
    <dgm:cxn modelId="{334DA0AC-131F-4766-9407-A17488B67E92}" type="presParOf" srcId="{B48DE04E-A89A-46D7-82B7-2FB2782E3270}" destId="{658ACF71-16BC-4653-8912-1BF16950739E}" srcOrd="2" destOrd="0" presId="urn:microsoft.com/office/officeart/2005/8/layout/list1"/>
    <dgm:cxn modelId="{3153B5C6-074A-415E-9536-A33AA5A63AB7}" type="presParOf" srcId="{B48DE04E-A89A-46D7-82B7-2FB2782E3270}" destId="{F624B19B-6508-4103-A302-9512E598B657}" srcOrd="3" destOrd="0" presId="urn:microsoft.com/office/officeart/2005/8/layout/list1"/>
    <dgm:cxn modelId="{F5956FFD-2CA1-4F0E-BE3B-8780EB521D7E}" type="presParOf" srcId="{B48DE04E-A89A-46D7-82B7-2FB2782E3270}" destId="{91CB9622-F533-4824-A9E0-622D95992799}" srcOrd="4" destOrd="0" presId="urn:microsoft.com/office/officeart/2005/8/layout/list1"/>
    <dgm:cxn modelId="{F73A71D3-3E69-4FE1-AAE9-2473BDCF439B}" type="presParOf" srcId="{91CB9622-F533-4824-A9E0-622D95992799}" destId="{61987EAE-21ED-4CDD-A0AE-EFC424F2EFC3}" srcOrd="0" destOrd="0" presId="urn:microsoft.com/office/officeart/2005/8/layout/list1"/>
    <dgm:cxn modelId="{0E529239-AEAD-4B49-8E26-CF1F2A252C91}" type="presParOf" srcId="{91CB9622-F533-4824-A9E0-622D95992799}" destId="{B647FD4D-4879-4E8B-AB3D-F06D560596B7}" srcOrd="1" destOrd="0" presId="urn:microsoft.com/office/officeart/2005/8/layout/list1"/>
    <dgm:cxn modelId="{2CBC3F54-9FD4-4233-B1A3-180473964B25}" type="presParOf" srcId="{B48DE04E-A89A-46D7-82B7-2FB2782E3270}" destId="{DD258FB9-94E5-4BB4-A6D7-AB354748C40C}" srcOrd="5" destOrd="0" presId="urn:microsoft.com/office/officeart/2005/8/layout/list1"/>
    <dgm:cxn modelId="{C0ECA547-21F2-4D78-A47A-F8DA3ABA12F0}" type="presParOf" srcId="{B48DE04E-A89A-46D7-82B7-2FB2782E3270}" destId="{1BA07E82-DC47-42B9-84C7-77685A138E86}" srcOrd="6" destOrd="0" presId="urn:microsoft.com/office/officeart/2005/8/layout/list1"/>
    <dgm:cxn modelId="{41A4116D-5797-4304-89B5-D89547BEE6D8}" type="presParOf" srcId="{B48DE04E-A89A-46D7-82B7-2FB2782E3270}" destId="{C88FCC42-DC36-4990-9F8B-51E866644DFA}" srcOrd="7" destOrd="0" presId="urn:microsoft.com/office/officeart/2005/8/layout/list1"/>
    <dgm:cxn modelId="{CAFE7EC0-C67D-4E53-B8E0-75A7BB8B46C0}" type="presParOf" srcId="{B48DE04E-A89A-46D7-82B7-2FB2782E3270}" destId="{F83756B7-B43E-47B8-A3EB-28112CB18ABD}" srcOrd="8" destOrd="0" presId="urn:microsoft.com/office/officeart/2005/8/layout/list1"/>
    <dgm:cxn modelId="{8F5B6E32-6562-49F7-84B1-4246676CF029}" type="presParOf" srcId="{F83756B7-B43E-47B8-A3EB-28112CB18ABD}" destId="{EB80C6AF-7687-4F47-90BD-C899069EF9DC}" srcOrd="0" destOrd="0" presId="urn:microsoft.com/office/officeart/2005/8/layout/list1"/>
    <dgm:cxn modelId="{4D1A478A-D540-4D10-91AD-C3E275A0E625}" type="presParOf" srcId="{F83756B7-B43E-47B8-A3EB-28112CB18ABD}" destId="{C147F46E-58D7-4DBE-88EA-38647445DF8E}" srcOrd="1" destOrd="0" presId="urn:microsoft.com/office/officeart/2005/8/layout/list1"/>
    <dgm:cxn modelId="{A825E883-D83D-46FB-BB00-5530A2296CA4}" type="presParOf" srcId="{B48DE04E-A89A-46D7-82B7-2FB2782E3270}" destId="{8099A865-3087-4ED6-AABC-DDBCAAF01405}" srcOrd="9" destOrd="0" presId="urn:microsoft.com/office/officeart/2005/8/layout/list1"/>
    <dgm:cxn modelId="{C8E3F37A-0D94-42A4-8F3D-2E41A83493EC}" type="presParOf" srcId="{B48DE04E-A89A-46D7-82B7-2FB2782E3270}" destId="{BFF02838-6F47-4C1B-8613-7ECAF0435EC1}" srcOrd="10" destOrd="0" presId="urn:microsoft.com/office/officeart/2005/8/layout/list1"/>
    <dgm:cxn modelId="{87BC4917-B475-44E2-9BDD-2B812817CF41}" type="presParOf" srcId="{B48DE04E-A89A-46D7-82B7-2FB2782E3270}" destId="{2F1E3501-61B0-4A63-A6E7-BD069F30367A}" srcOrd="11" destOrd="0" presId="urn:microsoft.com/office/officeart/2005/8/layout/list1"/>
    <dgm:cxn modelId="{66D04EAE-421D-4435-BFED-3CB32D81DE38}" type="presParOf" srcId="{B48DE04E-A89A-46D7-82B7-2FB2782E3270}" destId="{330A2313-C885-4A34-A913-41FB79B0A7E5}" srcOrd="12" destOrd="0" presId="urn:microsoft.com/office/officeart/2005/8/layout/list1"/>
    <dgm:cxn modelId="{9EEDF4C8-DA9C-4CAA-918A-3BB1FCE2C994}" type="presParOf" srcId="{330A2313-C885-4A34-A913-41FB79B0A7E5}" destId="{04D1D47B-5B26-4F11-82E0-0F00A47B3B91}" srcOrd="0" destOrd="0" presId="urn:microsoft.com/office/officeart/2005/8/layout/list1"/>
    <dgm:cxn modelId="{51569206-1EF9-446A-9FB1-A2ECA5B516A2}" type="presParOf" srcId="{330A2313-C885-4A34-A913-41FB79B0A7E5}" destId="{A9BC5BDD-9A7F-483D-8057-4C610A9FB731}" srcOrd="1" destOrd="0" presId="urn:microsoft.com/office/officeart/2005/8/layout/list1"/>
    <dgm:cxn modelId="{D010143B-8D37-439A-B35D-88CC632CA2CF}" type="presParOf" srcId="{B48DE04E-A89A-46D7-82B7-2FB2782E3270}" destId="{D19F9902-B4F1-4594-999B-651AF8F4FC3F}" srcOrd="13" destOrd="0" presId="urn:microsoft.com/office/officeart/2005/8/layout/list1"/>
    <dgm:cxn modelId="{E9FB72EA-F776-4AD1-AE2F-DA95B2C6CC1B}" type="presParOf" srcId="{B48DE04E-A89A-46D7-82B7-2FB2782E3270}" destId="{D98DA01F-3018-42E9-A2EE-A1930DA7D31F}"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8ACF71-16BC-4653-8912-1BF16950739E}">
      <dsp:nvSpPr>
        <dsp:cNvPr id="0" name=""/>
        <dsp:cNvSpPr/>
      </dsp:nvSpPr>
      <dsp:spPr>
        <a:xfrm>
          <a:off x="0" y="354579"/>
          <a:ext cx="10058399" cy="5292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5BBDAA7-D279-4B1B-B02A-1426D64D7342}">
      <dsp:nvSpPr>
        <dsp:cNvPr id="0" name=""/>
        <dsp:cNvSpPr/>
      </dsp:nvSpPr>
      <dsp:spPr>
        <a:xfrm>
          <a:off x="502920" y="44619"/>
          <a:ext cx="7040880" cy="61992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129" tIns="0" rIns="266129" bIns="0" numCol="1" spcCol="1270" anchor="ctr" anchorCtr="0">
          <a:noAutofit/>
        </a:bodyPr>
        <a:lstStyle/>
        <a:p>
          <a:pPr marL="0" lvl="0" indent="0" algn="l" defTabSz="933450">
            <a:lnSpc>
              <a:spcPct val="90000"/>
            </a:lnSpc>
            <a:spcBef>
              <a:spcPct val="0"/>
            </a:spcBef>
            <a:spcAft>
              <a:spcPct val="35000"/>
            </a:spcAft>
            <a:buNone/>
          </a:pPr>
          <a:r>
            <a:rPr lang="fr-FR" sz="2100" b="1" kern="1200" noProof="0" dirty="0"/>
            <a:t>Introduction</a:t>
          </a:r>
          <a:endParaRPr lang="fr-FR" sz="2100" kern="1200" noProof="0" dirty="0"/>
        </a:p>
      </dsp:txBody>
      <dsp:txXfrm>
        <a:off x="533182" y="74881"/>
        <a:ext cx="6980356" cy="559396"/>
      </dsp:txXfrm>
    </dsp:sp>
    <dsp:sp modelId="{1BA07E82-DC47-42B9-84C7-77685A138E86}">
      <dsp:nvSpPr>
        <dsp:cNvPr id="0" name=""/>
        <dsp:cNvSpPr/>
      </dsp:nvSpPr>
      <dsp:spPr>
        <a:xfrm>
          <a:off x="0" y="1307139"/>
          <a:ext cx="10058399" cy="5292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647FD4D-4879-4E8B-AB3D-F06D560596B7}">
      <dsp:nvSpPr>
        <dsp:cNvPr id="0" name=""/>
        <dsp:cNvSpPr/>
      </dsp:nvSpPr>
      <dsp:spPr>
        <a:xfrm>
          <a:off x="502920" y="997179"/>
          <a:ext cx="7040880" cy="61992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129" tIns="0" rIns="266129" bIns="0" numCol="1" spcCol="1270" anchor="ctr" anchorCtr="0">
          <a:noAutofit/>
        </a:bodyPr>
        <a:lstStyle/>
        <a:p>
          <a:pPr marL="0" lvl="0" indent="0" algn="l" defTabSz="933450">
            <a:lnSpc>
              <a:spcPct val="90000"/>
            </a:lnSpc>
            <a:spcBef>
              <a:spcPct val="0"/>
            </a:spcBef>
            <a:spcAft>
              <a:spcPct val="35000"/>
            </a:spcAft>
            <a:buNone/>
          </a:pPr>
          <a:r>
            <a:rPr lang="fr-FR" sz="2100" b="1" kern="1200" noProof="0" dirty="0"/>
            <a:t>Analyse Préliminaire des Données</a:t>
          </a:r>
          <a:endParaRPr lang="fr-FR" sz="2100" kern="1200" noProof="0" dirty="0"/>
        </a:p>
      </dsp:txBody>
      <dsp:txXfrm>
        <a:off x="533182" y="1027441"/>
        <a:ext cx="6980356" cy="559396"/>
      </dsp:txXfrm>
    </dsp:sp>
    <dsp:sp modelId="{BFF02838-6F47-4C1B-8613-7ECAF0435EC1}">
      <dsp:nvSpPr>
        <dsp:cNvPr id="0" name=""/>
        <dsp:cNvSpPr/>
      </dsp:nvSpPr>
      <dsp:spPr>
        <a:xfrm>
          <a:off x="0" y="2259700"/>
          <a:ext cx="10058399" cy="5292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147F46E-58D7-4DBE-88EA-38647445DF8E}">
      <dsp:nvSpPr>
        <dsp:cNvPr id="0" name=""/>
        <dsp:cNvSpPr/>
      </dsp:nvSpPr>
      <dsp:spPr>
        <a:xfrm>
          <a:off x="502920" y="1949739"/>
          <a:ext cx="7040880" cy="61992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129" tIns="0" rIns="266129" bIns="0" numCol="1" spcCol="1270" anchor="ctr" anchorCtr="0">
          <a:noAutofit/>
        </a:bodyPr>
        <a:lstStyle/>
        <a:p>
          <a:pPr marL="0" lvl="0" indent="0" algn="l" defTabSz="933450">
            <a:lnSpc>
              <a:spcPct val="90000"/>
            </a:lnSpc>
            <a:spcBef>
              <a:spcPct val="0"/>
            </a:spcBef>
            <a:spcAft>
              <a:spcPct val="35000"/>
            </a:spcAft>
            <a:buNone/>
          </a:pPr>
          <a:r>
            <a:rPr lang="fr-FR" sz="2100" b="1" kern="1200" noProof="0" dirty="0"/>
            <a:t>Analyse Approfondie</a:t>
          </a:r>
          <a:endParaRPr lang="fr-FR" sz="2100" kern="1200" noProof="0" dirty="0"/>
        </a:p>
      </dsp:txBody>
      <dsp:txXfrm>
        <a:off x="533182" y="1980001"/>
        <a:ext cx="6980356" cy="559396"/>
      </dsp:txXfrm>
    </dsp:sp>
    <dsp:sp modelId="{D98DA01F-3018-42E9-A2EE-A1930DA7D31F}">
      <dsp:nvSpPr>
        <dsp:cNvPr id="0" name=""/>
        <dsp:cNvSpPr/>
      </dsp:nvSpPr>
      <dsp:spPr>
        <a:xfrm>
          <a:off x="0" y="3212260"/>
          <a:ext cx="10058399" cy="5292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9BC5BDD-9A7F-483D-8057-4C610A9FB731}">
      <dsp:nvSpPr>
        <dsp:cNvPr id="0" name=""/>
        <dsp:cNvSpPr/>
      </dsp:nvSpPr>
      <dsp:spPr>
        <a:xfrm>
          <a:off x="502920" y="2902300"/>
          <a:ext cx="7040880" cy="61992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129" tIns="0" rIns="266129" bIns="0" numCol="1" spcCol="1270" anchor="ctr" anchorCtr="0">
          <a:noAutofit/>
        </a:bodyPr>
        <a:lstStyle/>
        <a:p>
          <a:pPr marL="0" lvl="0" indent="0" algn="l" defTabSz="933450">
            <a:lnSpc>
              <a:spcPct val="90000"/>
            </a:lnSpc>
            <a:spcBef>
              <a:spcPct val="0"/>
            </a:spcBef>
            <a:spcAft>
              <a:spcPct val="35000"/>
            </a:spcAft>
            <a:buNone/>
          </a:pPr>
          <a:r>
            <a:rPr lang="fr-FR" sz="2100" b="1" kern="1200" noProof="0" dirty="0"/>
            <a:t>Résultats</a:t>
          </a:r>
          <a:endParaRPr lang="fr-FR" sz="2100" kern="1200" noProof="0" dirty="0"/>
        </a:p>
      </dsp:txBody>
      <dsp:txXfrm>
        <a:off x="533182" y="2932562"/>
        <a:ext cx="6980356" cy="559396"/>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096972-3E41-4D58-B2AE-4B0C5A14FD73}" type="datetimeFigureOut">
              <a:rPr lang="fr-FR" smtClean="0"/>
              <a:t>21/11/2024</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199843-168D-46C8-BE8F-EF4E0FBC5722}" type="slidenum">
              <a:rPr lang="fr-FR" smtClean="0"/>
              <a:t>‹N°›</a:t>
            </a:fld>
            <a:endParaRPr lang="fr-FR"/>
          </a:p>
        </p:txBody>
      </p:sp>
    </p:spTree>
    <p:extLst>
      <p:ext uri="{BB962C8B-B14F-4D97-AF65-F5344CB8AC3E}">
        <p14:creationId xmlns:p14="http://schemas.microsoft.com/office/powerpoint/2010/main" val="3226033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F199843-168D-46C8-BE8F-EF4E0FBC5722}" type="slidenum">
              <a:rPr lang="fr-FR" smtClean="0"/>
              <a:t>1</a:t>
            </a:fld>
            <a:endParaRPr lang="fr-FR"/>
          </a:p>
        </p:txBody>
      </p:sp>
    </p:spTree>
    <p:extLst>
      <p:ext uri="{BB962C8B-B14F-4D97-AF65-F5344CB8AC3E}">
        <p14:creationId xmlns:p14="http://schemas.microsoft.com/office/powerpoint/2010/main" val="40792598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F199843-168D-46C8-BE8F-EF4E0FBC5722}" type="slidenum">
              <a:rPr lang="fr-FR" smtClean="0"/>
              <a:t>2</a:t>
            </a:fld>
            <a:endParaRPr lang="fr-FR"/>
          </a:p>
        </p:txBody>
      </p:sp>
    </p:spTree>
    <p:extLst>
      <p:ext uri="{BB962C8B-B14F-4D97-AF65-F5344CB8AC3E}">
        <p14:creationId xmlns:p14="http://schemas.microsoft.com/office/powerpoint/2010/main" val="15790893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F199843-168D-46C8-BE8F-EF4E0FBC5722}" type="slidenum">
              <a:rPr lang="fr-FR" smtClean="0"/>
              <a:t>3</a:t>
            </a:fld>
            <a:endParaRPr lang="fr-FR"/>
          </a:p>
        </p:txBody>
      </p:sp>
    </p:spTree>
    <p:extLst>
      <p:ext uri="{BB962C8B-B14F-4D97-AF65-F5344CB8AC3E}">
        <p14:creationId xmlns:p14="http://schemas.microsoft.com/office/powerpoint/2010/main" val="41169145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F199843-168D-46C8-BE8F-EF4E0FBC5722}" type="slidenum">
              <a:rPr lang="fr-FR" smtClean="0"/>
              <a:t>4</a:t>
            </a:fld>
            <a:endParaRPr lang="fr-FR"/>
          </a:p>
        </p:txBody>
      </p:sp>
    </p:spTree>
    <p:extLst>
      <p:ext uri="{BB962C8B-B14F-4D97-AF65-F5344CB8AC3E}">
        <p14:creationId xmlns:p14="http://schemas.microsoft.com/office/powerpoint/2010/main" val="6742037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F199843-168D-46C8-BE8F-EF4E0FBC5722}" type="slidenum">
              <a:rPr lang="fr-FR" smtClean="0"/>
              <a:t>5</a:t>
            </a:fld>
            <a:endParaRPr lang="fr-FR"/>
          </a:p>
        </p:txBody>
      </p:sp>
    </p:spTree>
    <p:extLst>
      <p:ext uri="{BB962C8B-B14F-4D97-AF65-F5344CB8AC3E}">
        <p14:creationId xmlns:p14="http://schemas.microsoft.com/office/powerpoint/2010/main" val="24020131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F199843-168D-46C8-BE8F-EF4E0FBC5722}" type="slidenum">
              <a:rPr lang="fr-FR" smtClean="0"/>
              <a:t>6</a:t>
            </a:fld>
            <a:endParaRPr lang="fr-FR"/>
          </a:p>
        </p:txBody>
      </p:sp>
    </p:spTree>
    <p:extLst>
      <p:ext uri="{BB962C8B-B14F-4D97-AF65-F5344CB8AC3E}">
        <p14:creationId xmlns:p14="http://schemas.microsoft.com/office/powerpoint/2010/main" val="17041016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F199843-168D-46C8-BE8F-EF4E0FBC5722}" type="slidenum">
              <a:rPr lang="fr-FR" smtClean="0"/>
              <a:t>7</a:t>
            </a:fld>
            <a:endParaRPr lang="fr-FR"/>
          </a:p>
        </p:txBody>
      </p:sp>
    </p:spTree>
    <p:extLst>
      <p:ext uri="{BB962C8B-B14F-4D97-AF65-F5344CB8AC3E}">
        <p14:creationId xmlns:p14="http://schemas.microsoft.com/office/powerpoint/2010/main" val="38062834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F199843-168D-46C8-BE8F-EF4E0FBC5722}" type="slidenum">
              <a:rPr lang="fr-FR" smtClean="0"/>
              <a:t>8</a:t>
            </a:fld>
            <a:endParaRPr lang="fr-FR"/>
          </a:p>
        </p:txBody>
      </p:sp>
    </p:spTree>
    <p:extLst>
      <p:ext uri="{BB962C8B-B14F-4D97-AF65-F5344CB8AC3E}">
        <p14:creationId xmlns:p14="http://schemas.microsoft.com/office/powerpoint/2010/main" val="5998104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F199843-168D-46C8-BE8F-EF4E0FBC5722}" type="slidenum">
              <a:rPr lang="fr-FR" smtClean="0"/>
              <a:t>9</a:t>
            </a:fld>
            <a:endParaRPr lang="fr-FR"/>
          </a:p>
        </p:txBody>
      </p:sp>
    </p:spTree>
    <p:extLst>
      <p:ext uri="{BB962C8B-B14F-4D97-AF65-F5344CB8AC3E}">
        <p14:creationId xmlns:p14="http://schemas.microsoft.com/office/powerpoint/2010/main" val="15334081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F199843-168D-46C8-BE8F-EF4E0FBC5722}" type="slidenum">
              <a:rPr lang="fr-FR" smtClean="0"/>
              <a:t>10</a:t>
            </a:fld>
            <a:endParaRPr lang="fr-FR"/>
          </a:p>
        </p:txBody>
      </p:sp>
    </p:spTree>
    <p:extLst>
      <p:ext uri="{BB962C8B-B14F-4D97-AF65-F5344CB8AC3E}">
        <p14:creationId xmlns:p14="http://schemas.microsoft.com/office/powerpoint/2010/main" val="28084027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F199843-168D-46C8-BE8F-EF4E0FBC5722}" type="slidenum">
              <a:rPr lang="fr-FR" smtClean="0"/>
              <a:t>11</a:t>
            </a:fld>
            <a:endParaRPr lang="fr-FR"/>
          </a:p>
        </p:txBody>
      </p:sp>
    </p:spTree>
    <p:extLst>
      <p:ext uri="{BB962C8B-B14F-4D97-AF65-F5344CB8AC3E}">
        <p14:creationId xmlns:p14="http://schemas.microsoft.com/office/powerpoint/2010/main" val="21435212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F199843-168D-46C8-BE8F-EF4E0FBC5722}" type="slidenum">
              <a:rPr lang="fr-FR" smtClean="0"/>
              <a:t>12</a:t>
            </a:fld>
            <a:endParaRPr lang="fr-FR"/>
          </a:p>
        </p:txBody>
      </p:sp>
    </p:spTree>
    <p:extLst>
      <p:ext uri="{BB962C8B-B14F-4D97-AF65-F5344CB8AC3E}">
        <p14:creationId xmlns:p14="http://schemas.microsoft.com/office/powerpoint/2010/main" val="14586672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44738-B28D-171E-40DC-9FA5466E771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5A95DEB-ECD8-6836-07EE-CB385F43057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2C10281-F09D-0974-5C64-092902A3C18D}"/>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702B7DF8-1744-D189-2757-CA09BFC615B7}"/>
              </a:ext>
            </a:extLst>
          </p:cNvPr>
          <p:cNvSpPr>
            <a:spLocks noGrp="1"/>
          </p:cNvSpPr>
          <p:nvPr>
            <p:ph type="sldNum" sz="quarter" idx="5"/>
          </p:nvPr>
        </p:nvSpPr>
        <p:spPr/>
        <p:txBody>
          <a:bodyPr/>
          <a:lstStyle/>
          <a:p>
            <a:fld id="{CF199843-168D-46C8-BE8F-EF4E0FBC5722}" type="slidenum">
              <a:rPr lang="fr-FR" smtClean="0"/>
              <a:t>13</a:t>
            </a:fld>
            <a:endParaRPr lang="fr-FR"/>
          </a:p>
        </p:txBody>
      </p:sp>
    </p:spTree>
    <p:extLst>
      <p:ext uri="{BB962C8B-B14F-4D97-AF65-F5344CB8AC3E}">
        <p14:creationId xmlns:p14="http://schemas.microsoft.com/office/powerpoint/2010/main" val="31345665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9E7A7-A765-F447-953E-3DB2DA072F1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1333A8F-BEF7-2E69-82C5-9A0850E7CC1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1FF926C-EB2E-7870-2B82-2A3AAA28AB48}"/>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D8D696A8-4E23-83E5-1142-2AB8C0DCBBA6}"/>
              </a:ext>
            </a:extLst>
          </p:cNvPr>
          <p:cNvSpPr>
            <a:spLocks noGrp="1"/>
          </p:cNvSpPr>
          <p:nvPr>
            <p:ph type="sldNum" sz="quarter" idx="5"/>
          </p:nvPr>
        </p:nvSpPr>
        <p:spPr/>
        <p:txBody>
          <a:bodyPr/>
          <a:lstStyle/>
          <a:p>
            <a:fld id="{CF199843-168D-46C8-BE8F-EF4E0FBC5722}" type="slidenum">
              <a:rPr lang="fr-FR" smtClean="0"/>
              <a:t>14</a:t>
            </a:fld>
            <a:endParaRPr lang="fr-FR"/>
          </a:p>
        </p:txBody>
      </p:sp>
    </p:spTree>
    <p:extLst>
      <p:ext uri="{BB962C8B-B14F-4D97-AF65-F5344CB8AC3E}">
        <p14:creationId xmlns:p14="http://schemas.microsoft.com/office/powerpoint/2010/main" val="35683091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17F60-54E8-9F6E-D9B3-D176A3C3934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2B7A049-5742-3983-8171-3A9D2E5AD32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B0E05F4-ECFB-59FD-83B1-4F31EBC76EAB}"/>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CDA7F755-2560-C78F-5473-8A7EA22F80C9}"/>
              </a:ext>
            </a:extLst>
          </p:cNvPr>
          <p:cNvSpPr>
            <a:spLocks noGrp="1"/>
          </p:cNvSpPr>
          <p:nvPr>
            <p:ph type="sldNum" sz="quarter" idx="5"/>
          </p:nvPr>
        </p:nvSpPr>
        <p:spPr/>
        <p:txBody>
          <a:bodyPr/>
          <a:lstStyle/>
          <a:p>
            <a:fld id="{CF199843-168D-46C8-BE8F-EF4E0FBC5722}" type="slidenum">
              <a:rPr lang="fr-FR" smtClean="0"/>
              <a:t>15</a:t>
            </a:fld>
            <a:endParaRPr lang="fr-FR"/>
          </a:p>
        </p:txBody>
      </p:sp>
    </p:spTree>
    <p:extLst>
      <p:ext uri="{BB962C8B-B14F-4D97-AF65-F5344CB8AC3E}">
        <p14:creationId xmlns:p14="http://schemas.microsoft.com/office/powerpoint/2010/main" val="39480341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F4B24-0E6F-B931-3C9F-2B8278D1316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CC7AFE0-CB2D-0A58-3273-F57D9F30F1A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95578BC-D32F-819B-2D79-FBF97FF81FE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CD3AD0DF-F06A-BF5A-8D3E-EA83E256DC12}"/>
              </a:ext>
            </a:extLst>
          </p:cNvPr>
          <p:cNvSpPr>
            <a:spLocks noGrp="1"/>
          </p:cNvSpPr>
          <p:nvPr>
            <p:ph type="sldNum" sz="quarter" idx="5"/>
          </p:nvPr>
        </p:nvSpPr>
        <p:spPr/>
        <p:txBody>
          <a:bodyPr/>
          <a:lstStyle/>
          <a:p>
            <a:fld id="{CF199843-168D-46C8-BE8F-EF4E0FBC5722}" type="slidenum">
              <a:rPr lang="fr-FR" smtClean="0"/>
              <a:t>16</a:t>
            </a:fld>
            <a:endParaRPr lang="fr-FR"/>
          </a:p>
        </p:txBody>
      </p:sp>
    </p:spTree>
    <p:extLst>
      <p:ext uri="{BB962C8B-B14F-4D97-AF65-F5344CB8AC3E}">
        <p14:creationId xmlns:p14="http://schemas.microsoft.com/office/powerpoint/2010/main" val="13390984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BB562-6695-D4F7-D9F6-CA9CC42F69F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EEFE076-AAB3-0209-0F35-E8AC80AF400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82C9137-DBA6-D5B9-2289-481647AA351D}"/>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6E017EEC-9A45-2BB9-1082-C611AA289608}"/>
              </a:ext>
            </a:extLst>
          </p:cNvPr>
          <p:cNvSpPr>
            <a:spLocks noGrp="1"/>
          </p:cNvSpPr>
          <p:nvPr>
            <p:ph type="sldNum" sz="quarter" idx="5"/>
          </p:nvPr>
        </p:nvSpPr>
        <p:spPr/>
        <p:txBody>
          <a:bodyPr/>
          <a:lstStyle/>
          <a:p>
            <a:fld id="{CF199843-168D-46C8-BE8F-EF4E0FBC5722}" type="slidenum">
              <a:rPr lang="fr-FR" smtClean="0"/>
              <a:t>17</a:t>
            </a:fld>
            <a:endParaRPr lang="fr-FR"/>
          </a:p>
        </p:txBody>
      </p:sp>
    </p:spTree>
    <p:extLst>
      <p:ext uri="{BB962C8B-B14F-4D97-AF65-F5344CB8AC3E}">
        <p14:creationId xmlns:p14="http://schemas.microsoft.com/office/powerpoint/2010/main" val="21540906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059EC-F182-C306-7B74-B2B91D52003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1C50A15-1751-5565-F927-22850F8A053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9A90E27-5137-84FB-2811-7012AAA707A9}"/>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745D4002-1241-E31C-D55C-3DAA76DE85ED}"/>
              </a:ext>
            </a:extLst>
          </p:cNvPr>
          <p:cNvSpPr>
            <a:spLocks noGrp="1"/>
          </p:cNvSpPr>
          <p:nvPr>
            <p:ph type="sldNum" sz="quarter" idx="5"/>
          </p:nvPr>
        </p:nvSpPr>
        <p:spPr/>
        <p:txBody>
          <a:bodyPr/>
          <a:lstStyle/>
          <a:p>
            <a:fld id="{CF199843-168D-46C8-BE8F-EF4E0FBC5722}" type="slidenum">
              <a:rPr lang="fr-FR" smtClean="0"/>
              <a:t>18</a:t>
            </a:fld>
            <a:endParaRPr lang="fr-FR"/>
          </a:p>
        </p:txBody>
      </p:sp>
    </p:spTree>
    <p:extLst>
      <p:ext uri="{BB962C8B-B14F-4D97-AF65-F5344CB8AC3E}">
        <p14:creationId xmlns:p14="http://schemas.microsoft.com/office/powerpoint/2010/main" val="26588590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2E7AD-5268-E769-55AF-B579AB813EF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C726701-4BB0-B956-CC81-1622AC5358B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D38F9C4-6FA7-5FB8-BDC3-2A1A65A1D816}"/>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20AB17B-3CBD-E54F-A67A-76CA0D6B6002}"/>
              </a:ext>
            </a:extLst>
          </p:cNvPr>
          <p:cNvSpPr>
            <a:spLocks noGrp="1"/>
          </p:cNvSpPr>
          <p:nvPr>
            <p:ph type="sldNum" sz="quarter" idx="5"/>
          </p:nvPr>
        </p:nvSpPr>
        <p:spPr/>
        <p:txBody>
          <a:bodyPr/>
          <a:lstStyle/>
          <a:p>
            <a:fld id="{CF199843-168D-46C8-BE8F-EF4E0FBC5722}" type="slidenum">
              <a:rPr lang="fr-FR" smtClean="0"/>
              <a:t>19</a:t>
            </a:fld>
            <a:endParaRPr lang="fr-FR"/>
          </a:p>
        </p:txBody>
      </p:sp>
    </p:spTree>
    <p:extLst>
      <p:ext uri="{BB962C8B-B14F-4D97-AF65-F5344CB8AC3E}">
        <p14:creationId xmlns:p14="http://schemas.microsoft.com/office/powerpoint/2010/main" val="10629000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F62D1-32F1-B9BE-3DBE-9692623489D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E3BB38A-64F4-313C-3D70-B86AB7B4450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FA4470F-18AB-2BB6-D7CD-AD087D4EC6F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921F9BFA-C6C8-5DDF-8CA4-19CEE8CE4807}"/>
              </a:ext>
            </a:extLst>
          </p:cNvPr>
          <p:cNvSpPr>
            <a:spLocks noGrp="1"/>
          </p:cNvSpPr>
          <p:nvPr>
            <p:ph type="sldNum" sz="quarter" idx="5"/>
          </p:nvPr>
        </p:nvSpPr>
        <p:spPr/>
        <p:txBody>
          <a:bodyPr/>
          <a:lstStyle/>
          <a:p>
            <a:fld id="{CF199843-168D-46C8-BE8F-EF4E0FBC5722}" type="slidenum">
              <a:rPr lang="fr-FR" smtClean="0"/>
              <a:t>20</a:t>
            </a:fld>
            <a:endParaRPr lang="fr-FR"/>
          </a:p>
        </p:txBody>
      </p:sp>
    </p:spTree>
    <p:extLst>
      <p:ext uri="{BB962C8B-B14F-4D97-AF65-F5344CB8AC3E}">
        <p14:creationId xmlns:p14="http://schemas.microsoft.com/office/powerpoint/2010/main" val="7227965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AEBBA-8F3A-78BE-346E-5FD8E234684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7F30070-4E73-7F1B-04EC-E1A051B7389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3EC0453-A991-79D6-A804-9311FC54600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C482606-4B98-0E96-3DCA-1659F983D440}"/>
              </a:ext>
            </a:extLst>
          </p:cNvPr>
          <p:cNvSpPr>
            <a:spLocks noGrp="1"/>
          </p:cNvSpPr>
          <p:nvPr>
            <p:ph type="sldNum" sz="quarter" idx="5"/>
          </p:nvPr>
        </p:nvSpPr>
        <p:spPr/>
        <p:txBody>
          <a:bodyPr/>
          <a:lstStyle/>
          <a:p>
            <a:fld id="{CF199843-168D-46C8-BE8F-EF4E0FBC5722}" type="slidenum">
              <a:rPr lang="fr-FR" smtClean="0"/>
              <a:t>21</a:t>
            </a:fld>
            <a:endParaRPr lang="fr-FR"/>
          </a:p>
        </p:txBody>
      </p:sp>
    </p:spTree>
    <p:extLst>
      <p:ext uri="{BB962C8B-B14F-4D97-AF65-F5344CB8AC3E}">
        <p14:creationId xmlns:p14="http://schemas.microsoft.com/office/powerpoint/2010/main" val="28924701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0D5F5-FFDD-8265-972C-E6B1AB867EB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DE0E247-58F3-A811-A95D-44883EE13EC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DA9B23B-A5CE-5DA9-EF9F-50EC5F4B1F1D}"/>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70AD0BC-AE18-5C85-A173-34934C8E1512}"/>
              </a:ext>
            </a:extLst>
          </p:cNvPr>
          <p:cNvSpPr>
            <a:spLocks noGrp="1"/>
          </p:cNvSpPr>
          <p:nvPr>
            <p:ph type="sldNum" sz="quarter" idx="5"/>
          </p:nvPr>
        </p:nvSpPr>
        <p:spPr/>
        <p:txBody>
          <a:bodyPr/>
          <a:lstStyle/>
          <a:p>
            <a:fld id="{CF199843-168D-46C8-BE8F-EF4E0FBC5722}" type="slidenum">
              <a:rPr lang="fr-FR" smtClean="0"/>
              <a:t>22</a:t>
            </a:fld>
            <a:endParaRPr lang="fr-FR"/>
          </a:p>
        </p:txBody>
      </p:sp>
    </p:spTree>
    <p:extLst>
      <p:ext uri="{BB962C8B-B14F-4D97-AF65-F5344CB8AC3E}">
        <p14:creationId xmlns:p14="http://schemas.microsoft.com/office/powerpoint/2010/main" val="2662978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01ED7-A505-B47F-41FA-764907ABE15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E30038D-9463-9BC6-457F-23D053B6D68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C9D4612-160B-E889-C7D3-10B53418988F}"/>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9EFCDC3A-E0A5-52CB-F577-EBFC8AD955B7}"/>
              </a:ext>
            </a:extLst>
          </p:cNvPr>
          <p:cNvSpPr>
            <a:spLocks noGrp="1"/>
          </p:cNvSpPr>
          <p:nvPr>
            <p:ph type="sldNum" sz="quarter" idx="5"/>
          </p:nvPr>
        </p:nvSpPr>
        <p:spPr/>
        <p:txBody>
          <a:bodyPr/>
          <a:lstStyle/>
          <a:p>
            <a:fld id="{CF199843-168D-46C8-BE8F-EF4E0FBC5722}" type="slidenum">
              <a:rPr lang="fr-FR" smtClean="0"/>
              <a:t>23</a:t>
            </a:fld>
            <a:endParaRPr lang="fr-FR"/>
          </a:p>
        </p:txBody>
      </p:sp>
    </p:spTree>
    <p:extLst>
      <p:ext uri="{BB962C8B-B14F-4D97-AF65-F5344CB8AC3E}">
        <p14:creationId xmlns:p14="http://schemas.microsoft.com/office/powerpoint/2010/main" val="10141393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BA5E69-C7C1-4696-2A31-AB21BDCCB5D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E9C1391-3443-F37B-0642-F550280989C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A53998A-8C1E-8A38-51F0-573BF1C13309}"/>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F914258E-7F2D-E955-4AC6-B71EC1AAD207}"/>
              </a:ext>
            </a:extLst>
          </p:cNvPr>
          <p:cNvSpPr>
            <a:spLocks noGrp="1"/>
          </p:cNvSpPr>
          <p:nvPr>
            <p:ph type="sldNum" sz="quarter" idx="5"/>
          </p:nvPr>
        </p:nvSpPr>
        <p:spPr/>
        <p:txBody>
          <a:bodyPr/>
          <a:lstStyle/>
          <a:p>
            <a:fld id="{CF199843-168D-46C8-BE8F-EF4E0FBC5722}" type="slidenum">
              <a:rPr lang="fr-FR" smtClean="0"/>
              <a:t>24</a:t>
            </a:fld>
            <a:endParaRPr lang="fr-FR"/>
          </a:p>
        </p:txBody>
      </p:sp>
    </p:spTree>
    <p:extLst>
      <p:ext uri="{BB962C8B-B14F-4D97-AF65-F5344CB8AC3E}">
        <p14:creationId xmlns:p14="http://schemas.microsoft.com/office/powerpoint/2010/main" val="14189440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82206-8FE0-E36B-C026-FF9C16044A8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54DADFB-5AB8-998F-0F91-52A273DCEB7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0E01698-6B94-734D-8F12-7BDFADDABC07}"/>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F97EFDD-7B93-895A-2A74-F7617B553192}"/>
              </a:ext>
            </a:extLst>
          </p:cNvPr>
          <p:cNvSpPr>
            <a:spLocks noGrp="1"/>
          </p:cNvSpPr>
          <p:nvPr>
            <p:ph type="sldNum" sz="quarter" idx="5"/>
          </p:nvPr>
        </p:nvSpPr>
        <p:spPr/>
        <p:txBody>
          <a:bodyPr/>
          <a:lstStyle/>
          <a:p>
            <a:fld id="{CF199843-168D-46C8-BE8F-EF4E0FBC5722}" type="slidenum">
              <a:rPr lang="fr-FR" smtClean="0"/>
              <a:t>25</a:t>
            </a:fld>
            <a:endParaRPr lang="fr-FR"/>
          </a:p>
        </p:txBody>
      </p:sp>
    </p:spTree>
    <p:extLst>
      <p:ext uri="{BB962C8B-B14F-4D97-AF65-F5344CB8AC3E}">
        <p14:creationId xmlns:p14="http://schemas.microsoft.com/office/powerpoint/2010/main" val="17782761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BDC8E-28F7-57DD-98BE-70037F58C8C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81C1947-7E3D-5D61-C13E-A5AAE96D634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0D01C70-22BD-0F00-4E1B-AB03BC6034FF}"/>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60F2A43B-2BDD-C01C-F2E6-E19B9A9F8231}"/>
              </a:ext>
            </a:extLst>
          </p:cNvPr>
          <p:cNvSpPr>
            <a:spLocks noGrp="1"/>
          </p:cNvSpPr>
          <p:nvPr>
            <p:ph type="sldNum" sz="quarter" idx="5"/>
          </p:nvPr>
        </p:nvSpPr>
        <p:spPr/>
        <p:txBody>
          <a:bodyPr/>
          <a:lstStyle/>
          <a:p>
            <a:fld id="{CF199843-168D-46C8-BE8F-EF4E0FBC5722}" type="slidenum">
              <a:rPr lang="fr-FR" smtClean="0"/>
              <a:t>26</a:t>
            </a:fld>
            <a:endParaRPr lang="fr-FR"/>
          </a:p>
        </p:txBody>
      </p:sp>
    </p:spTree>
    <p:extLst>
      <p:ext uri="{BB962C8B-B14F-4D97-AF65-F5344CB8AC3E}">
        <p14:creationId xmlns:p14="http://schemas.microsoft.com/office/powerpoint/2010/main" val="30224010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B90E0-4CE2-7875-5812-9949F1BAB9E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621C4F1-A705-6F69-A74D-E630133F057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3B078D2-403A-E1CF-2456-20F1D3F334BC}"/>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4DDA1307-EA2B-0ACD-F2DB-FD01E4853B31}"/>
              </a:ext>
            </a:extLst>
          </p:cNvPr>
          <p:cNvSpPr>
            <a:spLocks noGrp="1"/>
          </p:cNvSpPr>
          <p:nvPr>
            <p:ph type="sldNum" sz="quarter" idx="5"/>
          </p:nvPr>
        </p:nvSpPr>
        <p:spPr/>
        <p:txBody>
          <a:bodyPr/>
          <a:lstStyle/>
          <a:p>
            <a:fld id="{CF199843-168D-46C8-BE8F-EF4E0FBC5722}" type="slidenum">
              <a:rPr lang="fr-FR" smtClean="0"/>
              <a:t>27</a:t>
            </a:fld>
            <a:endParaRPr lang="fr-FR"/>
          </a:p>
        </p:txBody>
      </p:sp>
    </p:spTree>
    <p:extLst>
      <p:ext uri="{BB962C8B-B14F-4D97-AF65-F5344CB8AC3E}">
        <p14:creationId xmlns:p14="http://schemas.microsoft.com/office/powerpoint/2010/main" val="33761063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7463F-3920-72D2-D634-C0CAF39620B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82D3439-C4B2-DBC3-03D3-73E4AED63DF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628CAA9-3218-3E49-BA04-F2B2A8ABE77B}"/>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D364124-6CE8-B353-EC9E-CDE615968658}"/>
              </a:ext>
            </a:extLst>
          </p:cNvPr>
          <p:cNvSpPr>
            <a:spLocks noGrp="1"/>
          </p:cNvSpPr>
          <p:nvPr>
            <p:ph type="sldNum" sz="quarter" idx="5"/>
          </p:nvPr>
        </p:nvSpPr>
        <p:spPr/>
        <p:txBody>
          <a:bodyPr/>
          <a:lstStyle/>
          <a:p>
            <a:fld id="{CF199843-168D-46C8-BE8F-EF4E0FBC5722}" type="slidenum">
              <a:rPr lang="fr-FR" smtClean="0"/>
              <a:t>28</a:t>
            </a:fld>
            <a:endParaRPr lang="fr-FR"/>
          </a:p>
        </p:txBody>
      </p:sp>
    </p:spTree>
    <p:extLst>
      <p:ext uri="{BB962C8B-B14F-4D97-AF65-F5344CB8AC3E}">
        <p14:creationId xmlns:p14="http://schemas.microsoft.com/office/powerpoint/2010/main" val="11631958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F199843-168D-46C8-BE8F-EF4E0FBC5722}" type="slidenum">
              <a:rPr lang="fr-FR" smtClean="0"/>
              <a:t>29</a:t>
            </a:fld>
            <a:endParaRPr lang="fr-FR"/>
          </a:p>
        </p:txBody>
      </p:sp>
    </p:spTree>
    <p:extLst>
      <p:ext uri="{BB962C8B-B14F-4D97-AF65-F5344CB8AC3E}">
        <p14:creationId xmlns:p14="http://schemas.microsoft.com/office/powerpoint/2010/main" val="42302338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F199843-168D-46C8-BE8F-EF4E0FBC5722}" type="slidenum">
              <a:rPr lang="fr-FR" smtClean="0"/>
              <a:t>30</a:t>
            </a:fld>
            <a:endParaRPr lang="fr-FR"/>
          </a:p>
        </p:txBody>
      </p:sp>
    </p:spTree>
    <p:extLst>
      <p:ext uri="{BB962C8B-B14F-4D97-AF65-F5344CB8AC3E}">
        <p14:creationId xmlns:p14="http://schemas.microsoft.com/office/powerpoint/2010/main" val="3007649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F199843-168D-46C8-BE8F-EF4E0FBC5722}" type="slidenum">
              <a:rPr lang="fr-FR" smtClean="0"/>
              <a:t>31</a:t>
            </a:fld>
            <a:endParaRPr lang="fr-FR"/>
          </a:p>
        </p:txBody>
      </p:sp>
    </p:spTree>
    <p:extLst>
      <p:ext uri="{BB962C8B-B14F-4D97-AF65-F5344CB8AC3E}">
        <p14:creationId xmlns:p14="http://schemas.microsoft.com/office/powerpoint/2010/main" val="12884093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F199843-168D-46C8-BE8F-EF4E0FBC5722}" type="slidenum">
              <a:rPr lang="fr-FR" smtClean="0"/>
              <a:t>32</a:t>
            </a:fld>
            <a:endParaRPr lang="fr-FR"/>
          </a:p>
        </p:txBody>
      </p:sp>
    </p:spTree>
    <p:extLst>
      <p:ext uri="{BB962C8B-B14F-4D97-AF65-F5344CB8AC3E}">
        <p14:creationId xmlns:p14="http://schemas.microsoft.com/office/powerpoint/2010/main" val="110773545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4ADCF-5149-810A-1461-2FE81681124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6561479-5930-3BB8-8614-C73D99D9347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ECE46BE-5E02-C916-D968-15FEDA6EE95F}"/>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19B1C0E6-8144-FFE2-E637-DE270F3E573F}"/>
              </a:ext>
            </a:extLst>
          </p:cNvPr>
          <p:cNvSpPr>
            <a:spLocks noGrp="1"/>
          </p:cNvSpPr>
          <p:nvPr>
            <p:ph type="sldNum" sz="quarter" idx="5"/>
          </p:nvPr>
        </p:nvSpPr>
        <p:spPr/>
        <p:txBody>
          <a:bodyPr/>
          <a:lstStyle/>
          <a:p>
            <a:fld id="{CF199843-168D-46C8-BE8F-EF4E0FBC5722}" type="slidenum">
              <a:rPr lang="fr-FR" smtClean="0"/>
              <a:t>33</a:t>
            </a:fld>
            <a:endParaRPr lang="fr-FR"/>
          </a:p>
        </p:txBody>
      </p:sp>
    </p:spTree>
    <p:extLst>
      <p:ext uri="{BB962C8B-B14F-4D97-AF65-F5344CB8AC3E}">
        <p14:creationId xmlns:p14="http://schemas.microsoft.com/office/powerpoint/2010/main" val="79939906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F199843-168D-46C8-BE8F-EF4E0FBC5722}" type="slidenum">
              <a:rPr lang="fr-FR" smtClean="0"/>
              <a:t>34</a:t>
            </a:fld>
            <a:endParaRPr lang="fr-FR"/>
          </a:p>
        </p:txBody>
      </p:sp>
    </p:spTree>
    <p:extLst>
      <p:ext uri="{BB962C8B-B14F-4D97-AF65-F5344CB8AC3E}">
        <p14:creationId xmlns:p14="http://schemas.microsoft.com/office/powerpoint/2010/main" val="334487741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F199843-168D-46C8-BE8F-EF4E0FBC5722}" type="slidenum">
              <a:rPr lang="fr-FR" smtClean="0"/>
              <a:t>36</a:t>
            </a:fld>
            <a:endParaRPr lang="fr-FR"/>
          </a:p>
        </p:txBody>
      </p:sp>
    </p:spTree>
    <p:extLst>
      <p:ext uri="{BB962C8B-B14F-4D97-AF65-F5344CB8AC3E}">
        <p14:creationId xmlns:p14="http://schemas.microsoft.com/office/powerpoint/2010/main" val="224177072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F199843-168D-46C8-BE8F-EF4E0FBC5722}" type="slidenum">
              <a:rPr lang="fr-FR" smtClean="0"/>
              <a:t>37</a:t>
            </a:fld>
            <a:endParaRPr lang="fr-FR"/>
          </a:p>
        </p:txBody>
      </p:sp>
    </p:spTree>
    <p:extLst>
      <p:ext uri="{BB962C8B-B14F-4D97-AF65-F5344CB8AC3E}">
        <p14:creationId xmlns:p14="http://schemas.microsoft.com/office/powerpoint/2010/main" val="16358034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D6EE6-87CF-C923-6E75-4573891DFFF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BE47E6D-16F7-52C3-D484-60019D3C4D2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D3A42F6-1121-1590-526A-3F8BCE887F8A}"/>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559D6C71-FD27-DBC0-AC0A-22A760454DF1}"/>
              </a:ext>
            </a:extLst>
          </p:cNvPr>
          <p:cNvSpPr>
            <a:spLocks noGrp="1"/>
          </p:cNvSpPr>
          <p:nvPr>
            <p:ph type="sldNum" sz="quarter" idx="5"/>
          </p:nvPr>
        </p:nvSpPr>
        <p:spPr/>
        <p:txBody>
          <a:bodyPr/>
          <a:lstStyle/>
          <a:p>
            <a:fld id="{CF199843-168D-46C8-BE8F-EF4E0FBC5722}" type="slidenum">
              <a:rPr lang="fr-FR" smtClean="0"/>
              <a:t>38</a:t>
            </a:fld>
            <a:endParaRPr lang="fr-FR"/>
          </a:p>
        </p:txBody>
      </p:sp>
    </p:spTree>
    <p:extLst>
      <p:ext uri="{BB962C8B-B14F-4D97-AF65-F5344CB8AC3E}">
        <p14:creationId xmlns:p14="http://schemas.microsoft.com/office/powerpoint/2010/main" val="308224135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F199843-168D-46C8-BE8F-EF4E0FBC5722}" type="slidenum">
              <a:rPr lang="fr-FR" smtClean="0"/>
              <a:t>39</a:t>
            </a:fld>
            <a:endParaRPr lang="fr-FR"/>
          </a:p>
        </p:txBody>
      </p:sp>
    </p:spTree>
    <p:extLst>
      <p:ext uri="{BB962C8B-B14F-4D97-AF65-F5344CB8AC3E}">
        <p14:creationId xmlns:p14="http://schemas.microsoft.com/office/powerpoint/2010/main" val="379004374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38430-6C2F-5A6B-DA9D-18E7358BEF0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6691C45-3FE5-386A-22D3-E94F70628DB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5A71E5F-368E-422A-5A52-31314D3F355B}"/>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7F56878C-25B9-9662-B622-372C7C22DE28}"/>
              </a:ext>
            </a:extLst>
          </p:cNvPr>
          <p:cNvSpPr>
            <a:spLocks noGrp="1"/>
          </p:cNvSpPr>
          <p:nvPr>
            <p:ph type="sldNum" sz="quarter" idx="5"/>
          </p:nvPr>
        </p:nvSpPr>
        <p:spPr/>
        <p:txBody>
          <a:bodyPr/>
          <a:lstStyle/>
          <a:p>
            <a:fld id="{CF199843-168D-46C8-BE8F-EF4E0FBC5722}" type="slidenum">
              <a:rPr lang="fr-FR" smtClean="0"/>
              <a:t>40</a:t>
            </a:fld>
            <a:endParaRPr lang="fr-FR"/>
          </a:p>
        </p:txBody>
      </p:sp>
    </p:spTree>
    <p:extLst>
      <p:ext uri="{BB962C8B-B14F-4D97-AF65-F5344CB8AC3E}">
        <p14:creationId xmlns:p14="http://schemas.microsoft.com/office/powerpoint/2010/main" val="392263348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F199843-168D-46C8-BE8F-EF4E0FBC5722}" type="slidenum">
              <a:rPr lang="fr-FR" smtClean="0"/>
              <a:t>41</a:t>
            </a:fld>
            <a:endParaRPr lang="fr-FR"/>
          </a:p>
        </p:txBody>
      </p:sp>
    </p:spTree>
    <p:extLst>
      <p:ext uri="{BB962C8B-B14F-4D97-AF65-F5344CB8AC3E}">
        <p14:creationId xmlns:p14="http://schemas.microsoft.com/office/powerpoint/2010/main" val="11772709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fr-FR"/>
              <a:t>Modifiez le style du titre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B7B95A81-95D6-4598-92E4-F36600039EC1}" type="datetimeFigureOut">
              <a:rPr lang="fr-FR" smtClean="0"/>
              <a:t>21/11/2024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4D8B171-25EA-4950-AA82-4F9485406C51}" type="slidenum">
              <a:rPr lang="fr-FR" smtClean="0"/>
              <a:t>‹N°›</a:t>
            </a:fld>
            <a:endParaRPr lang="fr-FR"/>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0914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702303"/>
          </a:xfrm>
        </p:spPr>
        <p:txBody>
          <a:bodyPr/>
          <a:lstStyle>
            <a:lvl1pPr marL="0">
              <a:defRPr/>
            </a:lvl1p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4" name="Date Placeholder 3"/>
          <p:cNvSpPr>
            <a:spLocks noGrp="1"/>
          </p:cNvSpPr>
          <p:nvPr>
            <p:ph type="dt" sz="half" idx="10"/>
          </p:nvPr>
        </p:nvSpPr>
        <p:spPr/>
        <p:txBody>
          <a:bodyPr/>
          <a:lstStyle/>
          <a:p>
            <a:fld id="{B7B95A81-95D6-4598-92E4-F36600039EC1}" type="datetimeFigureOut">
              <a:rPr lang="fr-FR" smtClean="0"/>
              <a:t>21/11/2024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4D8B171-25EA-4950-AA82-4F9485406C51}" type="slidenum">
              <a:rPr lang="fr-FR" smtClean="0"/>
              <a:t>‹N°›</a:t>
            </a:fld>
            <a:endParaRPr lang="fr-FR"/>
          </a:p>
        </p:txBody>
      </p:sp>
    </p:spTree>
    <p:extLst>
      <p:ext uri="{BB962C8B-B14F-4D97-AF65-F5344CB8AC3E}">
        <p14:creationId xmlns:p14="http://schemas.microsoft.com/office/powerpoint/2010/main" val="25511016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fr-FR"/>
              <a:t>Modifiez le style du titre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7B95A81-95D6-4598-92E4-F36600039EC1}" type="datetimeFigureOut">
              <a:rPr lang="fr-FR" smtClean="0"/>
              <a:t>21/11/2024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4D8B171-25EA-4950-AA82-4F9485406C51}" type="slidenum">
              <a:rPr lang="fr-FR" smtClean="0"/>
              <a:t>‹N°›</a:t>
            </a:fld>
            <a:endParaRPr lang="fr-FR"/>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51574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fr-FR"/>
              <a:t>Modifiez le style du titre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B7B95A81-95D6-4598-92E4-F36600039EC1}" type="datetimeFigureOut">
              <a:rPr lang="fr-FR" smtClean="0"/>
              <a:t>21/11/2024</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A4D8B171-25EA-4950-AA82-4F9485406C51}" type="slidenum">
              <a:rPr lang="fr-FR" smtClean="0"/>
              <a:t>‹N°›</a:t>
            </a:fld>
            <a:endParaRPr lang="fr-FR"/>
          </a:p>
        </p:txBody>
      </p:sp>
    </p:spTree>
    <p:extLst>
      <p:ext uri="{BB962C8B-B14F-4D97-AF65-F5344CB8AC3E}">
        <p14:creationId xmlns:p14="http://schemas.microsoft.com/office/powerpoint/2010/main" val="31054426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610863"/>
          </a:xfrm>
        </p:spPr>
        <p:txBody>
          <a:bodyPr/>
          <a:lstStyle/>
          <a:p>
            <a:r>
              <a:rPr lang="fr-FR" dirty="0"/>
              <a:t>Modifiez le style du titre</a:t>
            </a:r>
            <a:endParaRPr lang="en-US" dirty="0"/>
          </a:p>
        </p:txBody>
      </p:sp>
      <p:sp>
        <p:nvSpPr>
          <p:cNvPr id="4" name="Content Placeholder 3"/>
          <p:cNvSpPr>
            <a:spLocks noGrp="1"/>
          </p:cNvSpPr>
          <p:nvPr>
            <p:ph sz="half" idx="2"/>
          </p:nvPr>
        </p:nvSpPr>
        <p:spPr>
          <a:xfrm>
            <a:off x="479394" y="1438176"/>
            <a:ext cx="5555646" cy="4140612"/>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6" name="Content Placeholder 5"/>
          <p:cNvSpPr>
            <a:spLocks noGrp="1"/>
          </p:cNvSpPr>
          <p:nvPr>
            <p:ph sz="quarter" idx="4"/>
          </p:nvPr>
        </p:nvSpPr>
        <p:spPr>
          <a:xfrm>
            <a:off x="6217920" y="1411547"/>
            <a:ext cx="5494686" cy="4140612"/>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7" name="Date Placeholder 6"/>
          <p:cNvSpPr>
            <a:spLocks noGrp="1"/>
          </p:cNvSpPr>
          <p:nvPr>
            <p:ph type="dt" sz="half" idx="10"/>
          </p:nvPr>
        </p:nvSpPr>
        <p:spPr/>
        <p:txBody>
          <a:bodyPr/>
          <a:lstStyle/>
          <a:p>
            <a:fld id="{B7B95A81-95D6-4598-92E4-F36600039EC1}" type="datetimeFigureOut">
              <a:rPr lang="fr-FR" smtClean="0"/>
              <a:t>21/11/2024</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A4D8B171-25EA-4950-AA82-4F9485406C51}" type="slidenum">
              <a:rPr lang="fr-FR" smtClean="0"/>
              <a:t>‹N°›</a:t>
            </a:fld>
            <a:endParaRPr lang="fr-FR"/>
          </a:p>
        </p:txBody>
      </p:sp>
    </p:spTree>
    <p:extLst>
      <p:ext uri="{BB962C8B-B14F-4D97-AF65-F5344CB8AC3E}">
        <p14:creationId xmlns:p14="http://schemas.microsoft.com/office/powerpoint/2010/main" val="6857633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B7B95A81-95D6-4598-92E4-F36600039EC1}" type="datetimeFigureOut">
              <a:rPr lang="fr-FR" smtClean="0"/>
              <a:t>21/11/2024</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A4D8B171-25EA-4950-AA82-4F9485406C51}" type="slidenum">
              <a:rPr lang="fr-FR" smtClean="0"/>
              <a:t>‹N°›</a:t>
            </a:fld>
            <a:endParaRPr lang="fr-FR"/>
          </a:p>
        </p:txBody>
      </p:sp>
    </p:spTree>
    <p:extLst>
      <p:ext uri="{BB962C8B-B14F-4D97-AF65-F5344CB8AC3E}">
        <p14:creationId xmlns:p14="http://schemas.microsoft.com/office/powerpoint/2010/main" val="11406645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7B95A81-95D6-4598-92E4-F36600039EC1}" type="datetimeFigureOut">
              <a:rPr lang="fr-FR" smtClean="0"/>
              <a:t>21/11/2024</a:t>
            </a:fld>
            <a:endParaRPr lang="fr-F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fr-FR"/>
          </a:p>
        </p:txBody>
      </p:sp>
      <p:sp>
        <p:nvSpPr>
          <p:cNvPr id="9" name="Slide Number Placeholder 8"/>
          <p:cNvSpPr>
            <a:spLocks noGrp="1"/>
          </p:cNvSpPr>
          <p:nvPr>
            <p:ph type="sldNum" sz="quarter" idx="12"/>
          </p:nvPr>
        </p:nvSpPr>
        <p:spPr/>
        <p:txBody>
          <a:bodyPr/>
          <a:lstStyle/>
          <a:p>
            <a:fld id="{A4D8B171-25EA-4950-AA82-4F9485406C51}" type="slidenum">
              <a:rPr lang="fr-FR" smtClean="0"/>
              <a:t>‹N°›</a:t>
            </a:fld>
            <a:endParaRPr lang="fr-FR"/>
          </a:p>
        </p:txBody>
      </p:sp>
    </p:spTree>
    <p:extLst>
      <p:ext uri="{BB962C8B-B14F-4D97-AF65-F5344CB8AC3E}">
        <p14:creationId xmlns:p14="http://schemas.microsoft.com/office/powerpoint/2010/main" val="22899885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fr-FR"/>
              <a:t>Modifiez le style du titre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B7B95A81-95D6-4598-92E4-F36600039EC1}" type="datetimeFigureOut">
              <a:rPr lang="fr-FR" smtClean="0"/>
              <a:t>21/11/2024</a:t>
            </a:fld>
            <a:endParaRPr lang="fr-FR"/>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fr-F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A4D8B171-25EA-4950-AA82-4F9485406C51}" type="slidenum">
              <a:rPr lang="fr-FR" smtClean="0"/>
              <a:t>‹N°›</a:t>
            </a:fld>
            <a:endParaRPr lang="fr-FR"/>
          </a:p>
        </p:txBody>
      </p:sp>
    </p:spTree>
    <p:extLst>
      <p:ext uri="{BB962C8B-B14F-4D97-AF65-F5344CB8AC3E}">
        <p14:creationId xmlns:p14="http://schemas.microsoft.com/office/powerpoint/2010/main" val="3413061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fr-FR"/>
              <a:t>Modifiez le style du titre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7B95A81-95D6-4598-92E4-F36600039EC1}" type="datetimeFigureOut">
              <a:rPr lang="fr-FR" smtClean="0"/>
              <a:t>21/11/2024</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A4D8B171-25EA-4950-AA82-4F9485406C51}" type="slidenum">
              <a:rPr lang="fr-FR" smtClean="0"/>
              <a:t>‹N°›</a:t>
            </a:fld>
            <a:endParaRPr lang="fr-FR"/>
          </a:p>
        </p:txBody>
      </p:sp>
    </p:spTree>
    <p:extLst>
      <p:ext uri="{BB962C8B-B14F-4D97-AF65-F5344CB8AC3E}">
        <p14:creationId xmlns:p14="http://schemas.microsoft.com/office/powerpoint/2010/main" val="660199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7B95A81-95D6-4598-92E4-F36600039EC1}" type="datetimeFigureOut">
              <a:rPr lang="fr-FR" smtClean="0"/>
              <a:t>21/11/2024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4D8B171-25EA-4950-AA82-4F9485406C51}" type="slidenum">
              <a:rPr lang="fr-FR" smtClean="0"/>
              <a:t>‹N°›</a:t>
            </a:fld>
            <a:endParaRPr lang="fr-FR"/>
          </a:p>
        </p:txBody>
      </p:sp>
    </p:spTree>
    <p:extLst>
      <p:ext uri="{BB962C8B-B14F-4D97-AF65-F5344CB8AC3E}">
        <p14:creationId xmlns:p14="http://schemas.microsoft.com/office/powerpoint/2010/main" val="21554110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7B95A81-95D6-4598-92E4-F36600039EC1}" type="datetimeFigureOut">
              <a:rPr lang="fr-FR" smtClean="0"/>
              <a:t>21/11/2024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4D8B171-25EA-4950-AA82-4F9485406C51}" type="slidenum">
              <a:rPr lang="fr-FR" smtClean="0"/>
              <a:t>‹N°›</a:t>
            </a:fld>
            <a:endParaRPr lang="fr-FR"/>
          </a:p>
        </p:txBody>
      </p:sp>
    </p:spTree>
    <p:extLst>
      <p:ext uri="{BB962C8B-B14F-4D97-AF65-F5344CB8AC3E}">
        <p14:creationId xmlns:p14="http://schemas.microsoft.com/office/powerpoint/2010/main" val="6963250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B26166-06B8-0581-C54C-9BCAD21434C0}"/>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D000B430-CE91-988C-DAE4-620CCE6421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EF5BA758-E902-1567-8373-487B41DFA1EE}"/>
              </a:ext>
            </a:extLst>
          </p:cNvPr>
          <p:cNvSpPr>
            <a:spLocks noGrp="1"/>
          </p:cNvSpPr>
          <p:nvPr>
            <p:ph type="dt" sz="half" idx="10"/>
          </p:nvPr>
        </p:nvSpPr>
        <p:spPr/>
        <p:txBody>
          <a:bodyPr/>
          <a:lstStyle/>
          <a:p>
            <a:fld id="{3697D036-C00B-41C0-8DDE-CE9AC58A4482}" type="datetimeFigureOut">
              <a:rPr lang="fr-FR" smtClean="0"/>
              <a:t>21/11/2024</a:t>
            </a:fld>
            <a:endParaRPr lang="fr-FR"/>
          </a:p>
        </p:txBody>
      </p:sp>
      <p:sp>
        <p:nvSpPr>
          <p:cNvPr id="5" name="Espace réservé du pied de page 4">
            <a:extLst>
              <a:ext uri="{FF2B5EF4-FFF2-40B4-BE49-F238E27FC236}">
                <a16:creationId xmlns:a16="http://schemas.microsoft.com/office/drawing/2014/main" id="{FF06BDE0-415A-CFD2-44D7-836576D79C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C292257-8C36-E0E8-CBDD-0524DE6C1940}"/>
              </a:ext>
            </a:extLst>
          </p:cNvPr>
          <p:cNvSpPr>
            <a:spLocks noGrp="1"/>
          </p:cNvSpPr>
          <p:nvPr>
            <p:ph type="sldNum" sz="quarter" idx="12"/>
          </p:nvPr>
        </p:nvSpPr>
        <p:spPr/>
        <p:txBody>
          <a:bodyPr/>
          <a:lstStyle/>
          <a:p>
            <a:fld id="{ADA4038B-4ED9-42F3-8F08-4C87D8E125FF}" type="slidenum">
              <a:rPr lang="fr-FR" smtClean="0"/>
              <a:t>‹N°›</a:t>
            </a:fld>
            <a:endParaRPr lang="fr-FR"/>
          </a:p>
        </p:txBody>
      </p:sp>
    </p:spTree>
    <p:extLst>
      <p:ext uri="{BB962C8B-B14F-4D97-AF65-F5344CB8AC3E}">
        <p14:creationId xmlns:p14="http://schemas.microsoft.com/office/powerpoint/2010/main" val="1000251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627D9D5-03D0-DE82-0BFC-B45A3DDCA065}"/>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0B94BED-FA97-8D39-2851-A0FE59447E9C}"/>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1AC38BA-2BC2-6E74-E22D-7882A797E670}"/>
              </a:ext>
            </a:extLst>
          </p:cNvPr>
          <p:cNvSpPr>
            <a:spLocks noGrp="1"/>
          </p:cNvSpPr>
          <p:nvPr>
            <p:ph type="dt" sz="half" idx="10"/>
          </p:nvPr>
        </p:nvSpPr>
        <p:spPr/>
        <p:txBody>
          <a:bodyPr/>
          <a:lstStyle/>
          <a:p>
            <a:fld id="{3697D036-C00B-41C0-8DDE-CE9AC58A4482}" type="datetimeFigureOut">
              <a:rPr lang="fr-FR" smtClean="0"/>
              <a:t>21/11/2024</a:t>
            </a:fld>
            <a:endParaRPr lang="fr-FR"/>
          </a:p>
        </p:txBody>
      </p:sp>
      <p:sp>
        <p:nvSpPr>
          <p:cNvPr id="5" name="Espace réservé du pied de page 4">
            <a:extLst>
              <a:ext uri="{FF2B5EF4-FFF2-40B4-BE49-F238E27FC236}">
                <a16:creationId xmlns:a16="http://schemas.microsoft.com/office/drawing/2014/main" id="{8FD0D32F-2D2C-64FE-E75E-503019F926B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BF16736-733A-57C5-6EC0-D3649F33219C}"/>
              </a:ext>
            </a:extLst>
          </p:cNvPr>
          <p:cNvSpPr>
            <a:spLocks noGrp="1"/>
          </p:cNvSpPr>
          <p:nvPr>
            <p:ph type="sldNum" sz="quarter" idx="12"/>
          </p:nvPr>
        </p:nvSpPr>
        <p:spPr/>
        <p:txBody>
          <a:bodyPr/>
          <a:lstStyle/>
          <a:p>
            <a:fld id="{ADA4038B-4ED9-42F3-8F08-4C87D8E125FF}" type="slidenum">
              <a:rPr lang="fr-FR" smtClean="0"/>
              <a:t>‹N°›</a:t>
            </a:fld>
            <a:endParaRPr lang="fr-FR"/>
          </a:p>
        </p:txBody>
      </p:sp>
    </p:spTree>
    <p:extLst>
      <p:ext uri="{BB962C8B-B14F-4D97-AF65-F5344CB8AC3E}">
        <p14:creationId xmlns:p14="http://schemas.microsoft.com/office/powerpoint/2010/main" val="37957623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E24F75-696C-72E1-8293-71F1B2EE55C3}"/>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36D8C900-CCF0-52C9-9F13-4802B5D25A0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79F13A00-CC06-ECA0-4632-D22254541238}"/>
              </a:ext>
            </a:extLst>
          </p:cNvPr>
          <p:cNvSpPr>
            <a:spLocks noGrp="1"/>
          </p:cNvSpPr>
          <p:nvPr>
            <p:ph type="dt" sz="half" idx="10"/>
          </p:nvPr>
        </p:nvSpPr>
        <p:spPr/>
        <p:txBody>
          <a:bodyPr/>
          <a:lstStyle/>
          <a:p>
            <a:fld id="{3697D036-C00B-41C0-8DDE-CE9AC58A4482}" type="datetimeFigureOut">
              <a:rPr lang="fr-FR" smtClean="0"/>
              <a:t>21/11/2024</a:t>
            </a:fld>
            <a:endParaRPr lang="fr-FR"/>
          </a:p>
        </p:txBody>
      </p:sp>
      <p:sp>
        <p:nvSpPr>
          <p:cNvPr id="5" name="Espace réservé du pied de page 4">
            <a:extLst>
              <a:ext uri="{FF2B5EF4-FFF2-40B4-BE49-F238E27FC236}">
                <a16:creationId xmlns:a16="http://schemas.microsoft.com/office/drawing/2014/main" id="{ACEE62D9-AFCA-8895-B2E5-12A6A00F57E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0DB45FD-147B-873F-7A8C-357C6EA0297A}"/>
              </a:ext>
            </a:extLst>
          </p:cNvPr>
          <p:cNvSpPr>
            <a:spLocks noGrp="1"/>
          </p:cNvSpPr>
          <p:nvPr>
            <p:ph type="sldNum" sz="quarter" idx="12"/>
          </p:nvPr>
        </p:nvSpPr>
        <p:spPr/>
        <p:txBody>
          <a:bodyPr/>
          <a:lstStyle/>
          <a:p>
            <a:fld id="{ADA4038B-4ED9-42F3-8F08-4C87D8E125FF}" type="slidenum">
              <a:rPr lang="fr-FR" smtClean="0"/>
              <a:t>‹N°›</a:t>
            </a:fld>
            <a:endParaRPr lang="fr-FR"/>
          </a:p>
        </p:txBody>
      </p:sp>
    </p:spTree>
    <p:extLst>
      <p:ext uri="{BB962C8B-B14F-4D97-AF65-F5344CB8AC3E}">
        <p14:creationId xmlns:p14="http://schemas.microsoft.com/office/powerpoint/2010/main" val="1489362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8E8992E-9A0D-7CFC-7A6C-96C5D8738D4E}"/>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4B8B844-B7C5-E392-D812-BF1FA9D62949}"/>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2D547CAD-9802-A805-FB44-B076C3589F5A}"/>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816F2D32-A447-8473-E46B-54E774B66EE7}"/>
              </a:ext>
            </a:extLst>
          </p:cNvPr>
          <p:cNvSpPr>
            <a:spLocks noGrp="1"/>
          </p:cNvSpPr>
          <p:nvPr>
            <p:ph type="dt" sz="half" idx="10"/>
          </p:nvPr>
        </p:nvSpPr>
        <p:spPr/>
        <p:txBody>
          <a:bodyPr/>
          <a:lstStyle/>
          <a:p>
            <a:fld id="{3697D036-C00B-41C0-8DDE-CE9AC58A4482}" type="datetimeFigureOut">
              <a:rPr lang="fr-FR" smtClean="0"/>
              <a:t>21/11/2024</a:t>
            </a:fld>
            <a:endParaRPr lang="fr-FR"/>
          </a:p>
        </p:txBody>
      </p:sp>
      <p:sp>
        <p:nvSpPr>
          <p:cNvPr id="6" name="Espace réservé du pied de page 5">
            <a:extLst>
              <a:ext uri="{FF2B5EF4-FFF2-40B4-BE49-F238E27FC236}">
                <a16:creationId xmlns:a16="http://schemas.microsoft.com/office/drawing/2014/main" id="{FA8696EB-081E-6147-8598-1CB9AD9346F0}"/>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6B61243-748D-E4B4-9A2B-520962D59FAB}"/>
              </a:ext>
            </a:extLst>
          </p:cNvPr>
          <p:cNvSpPr>
            <a:spLocks noGrp="1"/>
          </p:cNvSpPr>
          <p:nvPr>
            <p:ph type="sldNum" sz="quarter" idx="12"/>
          </p:nvPr>
        </p:nvSpPr>
        <p:spPr/>
        <p:txBody>
          <a:bodyPr/>
          <a:lstStyle/>
          <a:p>
            <a:fld id="{ADA4038B-4ED9-42F3-8F08-4C87D8E125FF}" type="slidenum">
              <a:rPr lang="fr-FR" smtClean="0"/>
              <a:t>‹N°›</a:t>
            </a:fld>
            <a:endParaRPr lang="fr-FR"/>
          </a:p>
        </p:txBody>
      </p:sp>
    </p:spTree>
    <p:extLst>
      <p:ext uri="{BB962C8B-B14F-4D97-AF65-F5344CB8AC3E}">
        <p14:creationId xmlns:p14="http://schemas.microsoft.com/office/powerpoint/2010/main" val="30025684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9C6D347-83AD-0A3F-62A0-C503C4F1291A}"/>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09CE71B3-4172-45CF-4658-61CE70210EA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DFFA6FCF-E158-95C6-75CB-72E722F18A33}"/>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AEA51D9D-89A6-2881-FC05-5770B16C2E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49E1D18C-79D2-DA3E-7A0F-0FAAF93E8EB9}"/>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B296122C-E0DA-4E57-001B-C845B2F0E948}"/>
              </a:ext>
            </a:extLst>
          </p:cNvPr>
          <p:cNvSpPr>
            <a:spLocks noGrp="1"/>
          </p:cNvSpPr>
          <p:nvPr>
            <p:ph type="dt" sz="half" idx="10"/>
          </p:nvPr>
        </p:nvSpPr>
        <p:spPr/>
        <p:txBody>
          <a:bodyPr/>
          <a:lstStyle/>
          <a:p>
            <a:fld id="{3697D036-C00B-41C0-8DDE-CE9AC58A4482}" type="datetimeFigureOut">
              <a:rPr lang="fr-FR" smtClean="0"/>
              <a:t>21/11/2024</a:t>
            </a:fld>
            <a:endParaRPr lang="fr-FR"/>
          </a:p>
        </p:txBody>
      </p:sp>
      <p:sp>
        <p:nvSpPr>
          <p:cNvPr id="8" name="Espace réservé du pied de page 7">
            <a:extLst>
              <a:ext uri="{FF2B5EF4-FFF2-40B4-BE49-F238E27FC236}">
                <a16:creationId xmlns:a16="http://schemas.microsoft.com/office/drawing/2014/main" id="{49AB1F82-3E8E-861F-6A5E-DA933A2AE108}"/>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74019527-69F0-E540-E21C-7F90DFBA5F32}"/>
              </a:ext>
            </a:extLst>
          </p:cNvPr>
          <p:cNvSpPr>
            <a:spLocks noGrp="1"/>
          </p:cNvSpPr>
          <p:nvPr>
            <p:ph type="sldNum" sz="quarter" idx="12"/>
          </p:nvPr>
        </p:nvSpPr>
        <p:spPr/>
        <p:txBody>
          <a:bodyPr/>
          <a:lstStyle/>
          <a:p>
            <a:fld id="{ADA4038B-4ED9-42F3-8F08-4C87D8E125FF}" type="slidenum">
              <a:rPr lang="fr-FR" smtClean="0"/>
              <a:t>‹N°›</a:t>
            </a:fld>
            <a:endParaRPr lang="fr-FR"/>
          </a:p>
        </p:txBody>
      </p:sp>
    </p:spTree>
    <p:extLst>
      <p:ext uri="{BB962C8B-B14F-4D97-AF65-F5344CB8AC3E}">
        <p14:creationId xmlns:p14="http://schemas.microsoft.com/office/powerpoint/2010/main" val="23876200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617A44F-7B20-FFFB-0EC9-C0A09F30B2F4}"/>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652ECC7B-8D2D-B925-CAA1-A96DFC5BC2BD}"/>
              </a:ext>
            </a:extLst>
          </p:cNvPr>
          <p:cNvSpPr>
            <a:spLocks noGrp="1"/>
          </p:cNvSpPr>
          <p:nvPr>
            <p:ph type="dt" sz="half" idx="10"/>
          </p:nvPr>
        </p:nvSpPr>
        <p:spPr/>
        <p:txBody>
          <a:bodyPr/>
          <a:lstStyle/>
          <a:p>
            <a:fld id="{3697D036-C00B-41C0-8DDE-CE9AC58A4482}" type="datetimeFigureOut">
              <a:rPr lang="fr-FR" smtClean="0"/>
              <a:t>21/11/2024</a:t>
            </a:fld>
            <a:endParaRPr lang="fr-FR"/>
          </a:p>
        </p:txBody>
      </p:sp>
      <p:sp>
        <p:nvSpPr>
          <p:cNvPr id="4" name="Espace réservé du pied de page 3">
            <a:extLst>
              <a:ext uri="{FF2B5EF4-FFF2-40B4-BE49-F238E27FC236}">
                <a16:creationId xmlns:a16="http://schemas.microsoft.com/office/drawing/2014/main" id="{B75F03F7-2847-8268-0BF5-D8C633DD17DD}"/>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7F921795-B726-8C8C-9D51-AC4AC4D0F4EB}"/>
              </a:ext>
            </a:extLst>
          </p:cNvPr>
          <p:cNvSpPr>
            <a:spLocks noGrp="1"/>
          </p:cNvSpPr>
          <p:nvPr>
            <p:ph type="sldNum" sz="quarter" idx="12"/>
          </p:nvPr>
        </p:nvSpPr>
        <p:spPr/>
        <p:txBody>
          <a:bodyPr/>
          <a:lstStyle/>
          <a:p>
            <a:fld id="{ADA4038B-4ED9-42F3-8F08-4C87D8E125FF}" type="slidenum">
              <a:rPr lang="fr-FR" smtClean="0"/>
              <a:t>‹N°›</a:t>
            </a:fld>
            <a:endParaRPr lang="fr-FR"/>
          </a:p>
        </p:txBody>
      </p:sp>
    </p:spTree>
    <p:extLst>
      <p:ext uri="{BB962C8B-B14F-4D97-AF65-F5344CB8AC3E}">
        <p14:creationId xmlns:p14="http://schemas.microsoft.com/office/powerpoint/2010/main" val="62451260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26159E40-CC4B-846A-C652-2E7D96636213}"/>
              </a:ext>
            </a:extLst>
          </p:cNvPr>
          <p:cNvSpPr>
            <a:spLocks noGrp="1"/>
          </p:cNvSpPr>
          <p:nvPr>
            <p:ph type="dt" sz="half" idx="10"/>
          </p:nvPr>
        </p:nvSpPr>
        <p:spPr/>
        <p:txBody>
          <a:bodyPr/>
          <a:lstStyle/>
          <a:p>
            <a:fld id="{3697D036-C00B-41C0-8DDE-CE9AC58A4482}" type="datetimeFigureOut">
              <a:rPr lang="fr-FR" smtClean="0"/>
              <a:t>21/11/2024</a:t>
            </a:fld>
            <a:endParaRPr lang="fr-FR"/>
          </a:p>
        </p:txBody>
      </p:sp>
      <p:sp>
        <p:nvSpPr>
          <p:cNvPr id="3" name="Espace réservé du pied de page 2">
            <a:extLst>
              <a:ext uri="{FF2B5EF4-FFF2-40B4-BE49-F238E27FC236}">
                <a16:creationId xmlns:a16="http://schemas.microsoft.com/office/drawing/2014/main" id="{FF1E5D1D-D807-5D3F-E95C-358F1D930723}"/>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0059D912-A2F5-161C-B167-53D8520CE20F}"/>
              </a:ext>
            </a:extLst>
          </p:cNvPr>
          <p:cNvSpPr>
            <a:spLocks noGrp="1"/>
          </p:cNvSpPr>
          <p:nvPr>
            <p:ph type="sldNum" sz="quarter" idx="12"/>
          </p:nvPr>
        </p:nvSpPr>
        <p:spPr/>
        <p:txBody>
          <a:bodyPr/>
          <a:lstStyle/>
          <a:p>
            <a:fld id="{ADA4038B-4ED9-42F3-8F08-4C87D8E125FF}" type="slidenum">
              <a:rPr lang="fr-FR" smtClean="0"/>
              <a:t>‹N°›</a:t>
            </a:fld>
            <a:endParaRPr lang="fr-FR"/>
          </a:p>
        </p:txBody>
      </p:sp>
    </p:spTree>
    <p:extLst>
      <p:ext uri="{BB962C8B-B14F-4D97-AF65-F5344CB8AC3E}">
        <p14:creationId xmlns:p14="http://schemas.microsoft.com/office/powerpoint/2010/main" val="6216596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469711A-B6EC-65B4-E9CF-C3853D1858F7}"/>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9B644B3A-62D6-B1B5-6651-D893439C2A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5431A7CF-A4A6-5070-55ED-39FE2B0B2A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ACEFF57F-17CD-8C8E-CE39-092B4461DAA9}"/>
              </a:ext>
            </a:extLst>
          </p:cNvPr>
          <p:cNvSpPr>
            <a:spLocks noGrp="1"/>
          </p:cNvSpPr>
          <p:nvPr>
            <p:ph type="dt" sz="half" idx="10"/>
          </p:nvPr>
        </p:nvSpPr>
        <p:spPr/>
        <p:txBody>
          <a:bodyPr/>
          <a:lstStyle/>
          <a:p>
            <a:fld id="{3697D036-C00B-41C0-8DDE-CE9AC58A4482}" type="datetimeFigureOut">
              <a:rPr lang="fr-FR" smtClean="0"/>
              <a:t>21/11/2024</a:t>
            </a:fld>
            <a:endParaRPr lang="fr-FR"/>
          </a:p>
        </p:txBody>
      </p:sp>
      <p:sp>
        <p:nvSpPr>
          <p:cNvPr id="6" name="Espace réservé du pied de page 5">
            <a:extLst>
              <a:ext uri="{FF2B5EF4-FFF2-40B4-BE49-F238E27FC236}">
                <a16:creationId xmlns:a16="http://schemas.microsoft.com/office/drawing/2014/main" id="{CAD7223B-B48A-61E6-7A7D-B7003420FEA8}"/>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87572F8B-6642-0E83-1350-C54D855A86F2}"/>
              </a:ext>
            </a:extLst>
          </p:cNvPr>
          <p:cNvSpPr>
            <a:spLocks noGrp="1"/>
          </p:cNvSpPr>
          <p:nvPr>
            <p:ph type="sldNum" sz="quarter" idx="12"/>
          </p:nvPr>
        </p:nvSpPr>
        <p:spPr/>
        <p:txBody>
          <a:bodyPr/>
          <a:lstStyle/>
          <a:p>
            <a:fld id="{ADA4038B-4ED9-42F3-8F08-4C87D8E125FF}" type="slidenum">
              <a:rPr lang="fr-FR" smtClean="0"/>
              <a:t>‹N°›</a:t>
            </a:fld>
            <a:endParaRPr lang="fr-FR"/>
          </a:p>
        </p:txBody>
      </p:sp>
    </p:spTree>
    <p:extLst>
      <p:ext uri="{BB962C8B-B14F-4D97-AF65-F5344CB8AC3E}">
        <p14:creationId xmlns:p14="http://schemas.microsoft.com/office/powerpoint/2010/main" val="10649556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14362EC-2DB3-49D9-D638-2418ACE23DE3}"/>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3357A207-99FB-B007-32D9-26B3E54A577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C99B3C96-97BA-1E53-E265-E73F25A747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6AB6335-B28F-F672-B2FC-62189C3B3D64}"/>
              </a:ext>
            </a:extLst>
          </p:cNvPr>
          <p:cNvSpPr>
            <a:spLocks noGrp="1"/>
          </p:cNvSpPr>
          <p:nvPr>
            <p:ph type="dt" sz="half" idx="10"/>
          </p:nvPr>
        </p:nvSpPr>
        <p:spPr/>
        <p:txBody>
          <a:bodyPr/>
          <a:lstStyle/>
          <a:p>
            <a:fld id="{3697D036-C00B-41C0-8DDE-CE9AC58A4482}" type="datetimeFigureOut">
              <a:rPr lang="fr-FR" smtClean="0"/>
              <a:t>21/11/2024</a:t>
            </a:fld>
            <a:endParaRPr lang="fr-FR"/>
          </a:p>
        </p:txBody>
      </p:sp>
      <p:sp>
        <p:nvSpPr>
          <p:cNvPr id="6" name="Espace réservé du pied de page 5">
            <a:extLst>
              <a:ext uri="{FF2B5EF4-FFF2-40B4-BE49-F238E27FC236}">
                <a16:creationId xmlns:a16="http://schemas.microsoft.com/office/drawing/2014/main" id="{5A6ACEA6-96B4-D190-D59E-C075466DFFD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E8AE38E-2233-CB1B-3904-581DD70F7C1F}"/>
              </a:ext>
            </a:extLst>
          </p:cNvPr>
          <p:cNvSpPr>
            <a:spLocks noGrp="1"/>
          </p:cNvSpPr>
          <p:nvPr>
            <p:ph type="sldNum" sz="quarter" idx="12"/>
          </p:nvPr>
        </p:nvSpPr>
        <p:spPr/>
        <p:txBody>
          <a:bodyPr/>
          <a:lstStyle/>
          <a:p>
            <a:fld id="{ADA4038B-4ED9-42F3-8F08-4C87D8E125FF}" type="slidenum">
              <a:rPr lang="fr-FR" smtClean="0"/>
              <a:t>‹N°›</a:t>
            </a:fld>
            <a:endParaRPr lang="fr-FR"/>
          </a:p>
        </p:txBody>
      </p:sp>
    </p:spTree>
    <p:extLst>
      <p:ext uri="{BB962C8B-B14F-4D97-AF65-F5344CB8AC3E}">
        <p14:creationId xmlns:p14="http://schemas.microsoft.com/office/powerpoint/2010/main" val="10373454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2E62868-7D87-7362-77AE-AA52A061DC00}"/>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0012A5CF-5143-903E-8961-C4E07EA5B999}"/>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9169F92-D8BE-92AC-1C10-512DD82A62FB}"/>
              </a:ext>
            </a:extLst>
          </p:cNvPr>
          <p:cNvSpPr>
            <a:spLocks noGrp="1"/>
          </p:cNvSpPr>
          <p:nvPr>
            <p:ph type="dt" sz="half" idx="10"/>
          </p:nvPr>
        </p:nvSpPr>
        <p:spPr/>
        <p:txBody>
          <a:bodyPr/>
          <a:lstStyle/>
          <a:p>
            <a:fld id="{3697D036-C00B-41C0-8DDE-CE9AC58A4482}" type="datetimeFigureOut">
              <a:rPr lang="fr-FR" smtClean="0"/>
              <a:t>21/11/2024</a:t>
            </a:fld>
            <a:endParaRPr lang="fr-FR"/>
          </a:p>
        </p:txBody>
      </p:sp>
      <p:sp>
        <p:nvSpPr>
          <p:cNvPr id="5" name="Espace réservé du pied de page 4">
            <a:extLst>
              <a:ext uri="{FF2B5EF4-FFF2-40B4-BE49-F238E27FC236}">
                <a16:creationId xmlns:a16="http://schemas.microsoft.com/office/drawing/2014/main" id="{8AA30A9C-9C6C-673C-E6BD-52E7B9D75A0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EC460D5-B90E-A100-FBF6-254F88940599}"/>
              </a:ext>
            </a:extLst>
          </p:cNvPr>
          <p:cNvSpPr>
            <a:spLocks noGrp="1"/>
          </p:cNvSpPr>
          <p:nvPr>
            <p:ph type="sldNum" sz="quarter" idx="12"/>
          </p:nvPr>
        </p:nvSpPr>
        <p:spPr/>
        <p:txBody>
          <a:bodyPr/>
          <a:lstStyle/>
          <a:p>
            <a:fld id="{ADA4038B-4ED9-42F3-8F08-4C87D8E125FF}" type="slidenum">
              <a:rPr lang="fr-FR" smtClean="0"/>
              <a:t>‹N°›</a:t>
            </a:fld>
            <a:endParaRPr lang="fr-FR"/>
          </a:p>
        </p:txBody>
      </p:sp>
    </p:spTree>
    <p:extLst>
      <p:ext uri="{BB962C8B-B14F-4D97-AF65-F5344CB8AC3E}">
        <p14:creationId xmlns:p14="http://schemas.microsoft.com/office/powerpoint/2010/main" val="6509568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E94DE4E6-1FEE-E114-D76D-9886C1CBE9B1}"/>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0D864DFC-C590-CEBD-BB63-B804DEFD4987}"/>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DE4EB69-50C3-EA86-7FDF-DC0CBA827B6A}"/>
              </a:ext>
            </a:extLst>
          </p:cNvPr>
          <p:cNvSpPr>
            <a:spLocks noGrp="1"/>
          </p:cNvSpPr>
          <p:nvPr>
            <p:ph type="dt" sz="half" idx="10"/>
          </p:nvPr>
        </p:nvSpPr>
        <p:spPr/>
        <p:txBody>
          <a:bodyPr/>
          <a:lstStyle/>
          <a:p>
            <a:fld id="{3697D036-C00B-41C0-8DDE-CE9AC58A4482}" type="datetimeFigureOut">
              <a:rPr lang="fr-FR" smtClean="0"/>
              <a:t>21/11/2024</a:t>
            </a:fld>
            <a:endParaRPr lang="fr-FR"/>
          </a:p>
        </p:txBody>
      </p:sp>
      <p:sp>
        <p:nvSpPr>
          <p:cNvPr id="5" name="Espace réservé du pied de page 4">
            <a:extLst>
              <a:ext uri="{FF2B5EF4-FFF2-40B4-BE49-F238E27FC236}">
                <a16:creationId xmlns:a16="http://schemas.microsoft.com/office/drawing/2014/main" id="{159A1A18-37E1-5D53-7291-4CC39E55367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80B70E8-0914-7CB9-E0AB-6338EA8C9AEF}"/>
              </a:ext>
            </a:extLst>
          </p:cNvPr>
          <p:cNvSpPr>
            <a:spLocks noGrp="1"/>
          </p:cNvSpPr>
          <p:nvPr>
            <p:ph type="sldNum" sz="quarter" idx="12"/>
          </p:nvPr>
        </p:nvSpPr>
        <p:spPr/>
        <p:txBody>
          <a:bodyPr/>
          <a:lstStyle/>
          <a:p>
            <a:fld id="{ADA4038B-4ED9-42F3-8F08-4C87D8E125FF}" type="slidenum">
              <a:rPr lang="fr-FR" smtClean="0"/>
              <a:t>‹N°›</a:t>
            </a:fld>
            <a:endParaRPr lang="fr-FR"/>
          </a:p>
        </p:txBody>
      </p:sp>
    </p:spTree>
    <p:extLst>
      <p:ext uri="{BB962C8B-B14F-4D97-AF65-F5344CB8AC3E}">
        <p14:creationId xmlns:p14="http://schemas.microsoft.com/office/powerpoint/2010/main" val="13484764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fr-FR"/>
              <a:t>Modifiez le style du titre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7B95A81-95D6-4598-92E4-F36600039EC1}" type="datetimeFigureOut">
              <a:rPr lang="fr-FR" smtClean="0"/>
              <a:t>21/11/2024</a:t>
            </a:fld>
            <a:endParaRPr lang="fr-FR"/>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fr-F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A4D8B171-25EA-4950-AA82-4F9485406C51}" type="slidenum">
              <a:rPr lang="fr-FR" smtClean="0"/>
              <a:t>‹N°›</a:t>
            </a:fld>
            <a:endParaRPr lang="fr-FR"/>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49131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B104A5C-C04A-4293-5FD7-E901E75B3B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6166B896-7513-138B-5222-CBABB36C3B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7D22572-B7CE-012F-F326-0D178E6339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697D036-C00B-41C0-8DDE-CE9AC58A4482}" type="datetimeFigureOut">
              <a:rPr lang="fr-FR" smtClean="0"/>
              <a:t>21/11/2024</a:t>
            </a:fld>
            <a:endParaRPr lang="fr-FR"/>
          </a:p>
        </p:txBody>
      </p:sp>
      <p:sp>
        <p:nvSpPr>
          <p:cNvPr id="5" name="Espace réservé du pied de page 4">
            <a:extLst>
              <a:ext uri="{FF2B5EF4-FFF2-40B4-BE49-F238E27FC236}">
                <a16:creationId xmlns:a16="http://schemas.microsoft.com/office/drawing/2014/main" id="{C971517F-7FBA-A17C-733B-FA0C5F6288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7DAD914B-1C8E-BCD5-3682-F74A51FE7D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DA4038B-4ED9-42F3-8F08-4C87D8E125FF}" type="slidenum">
              <a:rPr lang="fr-FR" smtClean="0"/>
              <a:t>‹N°›</a:t>
            </a:fld>
            <a:endParaRPr lang="fr-FR"/>
          </a:p>
        </p:txBody>
      </p:sp>
    </p:spTree>
    <p:extLst>
      <p:ext uri="{BB962C8B-B14F-4D97-AF65-F5344CB8AC3E}">
        <p14:creationId xmlns:p14="http://schemas.microsoft.com/office/powerpoint/2010/main" val="90248391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30.xml"/><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3.xml"/><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3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47.png"/></Relationships>
</file>

<file path=ppt/slides/_rels/slide3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image" Target="../media/image49.png"/></Relationships>
</file>

<file path=ppt/slides/_rels/slide3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51.png"/></Relationships>
</file>

<file path=ppt/slides/_rels/slide4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53.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7.xml"/><Relationship Id="rId4" Type="http://schemas.openxmlformats.org/officeDocument/2006/relationships/image" Target="../media/image5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Historique de la technologie des blocs bleus et des réseaux">
            <a:extLst>
              <a:ext uri="{FF2B5EF4-FFF2-40B4-BE49-F238E27FC236}">
                <a16:creationId xmlns:a16="http://schemas.microsoft.com/office/drawing/2014/main" id="{0B5EC820-379B-99E8-7745-82DB0B16739E}"/>
              </a:ext>
            </a:extLst>
          </p:cNvPr>
          <p:cNvPicPr>
            <a:picLocks noChangeAspect="1"/>
          </p:cNvPicPr>
          <p:nvPr/>
        </p:nvPicPr>
        <p:blipFill>
          <a:blip r:embed="rId3">
            <a:duotone>
              <a:schemeClr val="bg2">
                <a:shade val="45000"/>
                <a:satMod val="135000"/>
              </a:schemeClr>
              <a:prstClr val="white"/>
            </a:duotone>
            <a:alphaModFix amt="35000"/>
          </a:blip>
          <a:srcRect b="-446"/>
          <a:stretch/>
        </p:blipFill>
        <p:spPr>
          <a:xfrm>
            <a:off x="20" y="10"/>
            <a:ext cx="12191980" cy="6857990"/>
          </a:xfrm>
          <a:prstGeom prst="rect">
            <a:avLst/>
          </a:prstGeom>
        </p:spPr>
      </p:pic>
      <p:sp>
        <p:nvSpPr>
          <p:cNvPr id="2" name="Titre 1">
            <a:extLst>
              <a:ext uri="{FF2B5EF4-FFF2-40B4-BE49-F238E27FC236}">
                <a16:creationId xmlns:a16="http://schemas.microsoft.com/office/drawing/2014/main" id="{C24423DC-8A90-AF11-5AAC-107F7B7B3E6B}"/>
              </a:ext>
            </a:extLst>
          </p:cNvPr>
          <p:cNvSpPr>
            <a:spLocks noGrp="1"/>
          </p:cNvSpPr>
          <p:nvPr>
            <p:ph type="ctrTitle"/>
          </p:nvPr>
        </p:nvSpPr>
        <p:spPr>
          <a:xfrm>
            <a:off x="1097280" y="758952"/>
            <a:ext cx="11094700" cy="3566160"/>
          </a:xfrm>
        </p:spPr>
        <p:txBody>
          <a:bodyPr>
            <a:normAutofit fontScale="90000"/>
          </a:bodyPr>
          <a:lstStyle/>
          <a:p>
            <a:r>
              <a:rPr lang="fr-FR" noProof="0" dirty="0"/>
              <a:t>Projet 3: Préparez des données pour un organisme de santé publique</a:t>
            </a:r>
          </a:p>
        </p:txBody>
      </p:sp>
      <p:sp>
        <p:nvSpPr>
          <p:cNvPr id="3" name="Sous-titre 2">
            <a:extLst>
              <a:ext uri="{FF2B5EF4-FFF2-40B4-BE49-F238E27FC236}">
                <a16:creationId xmlns:a16="http://schemas.microsoft.com/office/drawing/2014/main" id="{99203BBD-1CD8-E13D-5BA9-C7A931D650FB}"/>
              </a:ext>
            </a:extLst>
          </p:cNvPr>
          <p:cNvSpPr>
            <a:spLocks noGrp="1"/>
          </p:cNvSpPr>
          <p:nvPr>
            <p:ph type="subTitle" idx="1"/>
          </p:nvPr>
        </p:nvSpPr>
        <p:spPr>
          <a:xfrm>
            <a:off x="1100051" y="4455620"/>
            <a:ext cx="10058400" cy="1143000"/>
          </a:xfrm>
        </p:spPr>
        <p:txBody>
          <a:bodyPr>
            <a:normAutofit/>
          </a:bodyPr>
          <a:lstStyle/>
          <a:p>
            <a:r>
              <a:rPr lang="fr-FR" sz="1500" noProof="0" dirty="0">
                <a:solidFill>
                  <a:schemeClr val="tx1">
                    <a:lumMod val="85000"/>
                    <a:lumOff val="15000"/>
                  </a:schemeClr>
                </a:solidFill>
              </a:rPr>
              <a:t>Master 2 Data scientist </a:t>
            </a:r>
            <a:r>
              <a:rPr lang="fr-FR" sz="1500" noProof="0" dirty="0" err="1">
                <a:solidFill>
                  <a:schemeClr val="tx1">
                    <a:lumMod val="85000"/>
                    <a:lumOff val="15000"/>
                  </a:schemeClr>
                </a:solidFill>
              </a:rPr>
              <a:t>openclassrooms</a:t>
            </a:r>
            <a:endParaRPr lang="fr-FR" sz="1500" noProof="0" dirty="0">
              <a:solidFill>
                <a:schemeClr val="tx1">
                  <a:lumMod val="85000"/>
                  <a:lumOff val="15000"/>
                </a:schemeClr>
              </a:solidFill>
            </a:endParaRPr>
          </a:p>
          <a:p>
            <a:r>
              <a:rPr lang="fr-FR" sz="1500" noProof="0" dirty="0">
                <a:solidFill>
                  <a:schemeClr val="tx1">
                    <a:lumMod val="85000"/>
                    <a:lumOff val="15000"/>
                  </a:schemeClr>
                </a:solidFill>
              </a:rPr>
              <a:t>Présenté par : ATTIG Hakim-AMIN</a:t>
            </a:r>
          </a:p>
          <a:p>
            <a:r>
              <a:rPr lang="fr-FR" sz="1500" noProof="0" dirty="0">
                <a:solidFill>
                  <a:schemeClr val="tx1">
                    <a:lumMod val="85000"/>
                    <a:lumOff val="15000"/>
                  </a:schemeClr>
                </a:solidFill>
              </a:rPr>
              <a:t>Le </a:t>
            </a:r>
            <a:r>
              <a:rPr lang="fr-FR" sz="1500" dirty="0">
                <a:solidFill>
                  <a:schemeClr val="tx1">
                    <a:lumMod val="85000"/>
                    <a:lumOff val="15000"/>
                  </a:schemeClr>
                </a:solidFill>
              </a:rPr>
              <a:t>13</a:t>
            </a:r>
            <a:r>
              <a:rPr lang="fr-FR" sz="1500" noProof="0" dirty="0">
                <a:solidFill>
                  <a:schemeClr val="tx1">
                    <a:lumMod val="85000"/>
                    <a:lumOff val="15000"/>
                  </a:schemeClr>
                </a:solidFill>
              </a:rPr>
              <a:t> novembre 2024 </a:t>
            </a:r>
          </a:p>
          <a:p>
            <a:endParaRPr lang="fr-FR" sz="1500" noProof="0" dirty="0">
              <a:solidFill>
                <a:schemeClr val="tx1">
                  <a:lumMod val="85000"/>
                  <a:lumOff val="15000"/>
                </a:schemeClr>
              </a:solidFill>
            </a:endParaRPr>
          </a:p>
          <a:p>
            <a:endParaRPr lang="fr-FR" sz="1500" noProof="0" dirty="0">
              <a:solidFill>
                <a:schemeClr val="tx1">
                  <a:lumMod val="85000"/>
                  <a:lumOff val="15000"/>
                </a:schemeClr>
              </a:solidFill>
            </a:endParaRPr>
          </a:p>
        </p:txBody>
      </p:sp>
      <p:cxnSp>
        <p:nvCxnSpPr>
          <p:cNvPr id="9" name="Straight Connector 8">
            <a:extLst>
              <a:ext uri="{FF2B5EF4-FFF2-40B4-BE49-F238E27FC236}">
                <a16:creationId xmlns:a16="http://schemas.microsoft.com/office/drawing/2014/main" id="{77AB95BF-57D0-4E49-9EF2-408B47C8D4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1C520CBD-F82E-44E4-BDA5-128716AD79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13" name="Rectangle 12">
            <a:extLst>
              <a:ext uri="{FF2B5EF4-FFF2-40B4-BE49-F238E27FC236}">
                <a16:creationId xmlns:a16="http://schemas.microsoft.com/office/drawing/2014/main" id="{4618AE32-A526-42FC-A854-732740BD3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Tree>
    <p:extLst>
      <p:ext uri="{BB962C8B-B14F-4D97-AF65-F5344CB8AC3E}">
        <p14:creationId xmlns:p14="http://schemas.microsoft.com/office/powerpoint/2010/main" val="21568453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6D16D1E-4205-49F5-BD2A-DA769947C1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15" name="Rectangle 14">
            <a:extLst>
              <a:ext uri="{FF2B5EF4-FFF2-40B4-BE49-F238E27FC236}">
                <a16:creationId xmlns:a16="http://schemas.microsoft.com/office/drawing/2014/main" id="{012FD100-C039-4E03-B5E4-2EDFA7290A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4193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17" name="Straight Connector 16">
            <a:extLst>
              <a:ext uri="{FF2B5EF4-FFF2-40B4-BE49-F238E27FC236}">
                <a16:creationId xmlns:a16="http://schemas.microsoft.com/office/drawing/2014/main" id="{4418FCD2-8448-4A81-8EB4-72250F7827B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re 1">
            <a:extLst>
              <a:ext uri="{FF2B5EF4-FFF2-40B4-BE49-F238E27FC236}">
                <a16:creationId xmlns:a16="http://schemas.microsoft.com/office/drawing/2014/main" id="{46B9AD57-7255-9239-7A43-6418FDFA8937}"/>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fr-FR" noProof="0" dirty="0"/>
              <a:t>Sommaire</a:t>
            </a:r>
          </a:p>
        </p:txBody>
      </p:sp>
      <p:sp>
        <p:nvSpPr>
          <p:cNvPr id="3" name="Espace réservé du contenu 2">
            <a:extLst>
              <a:ext uri="{FF2B5EF4-FFF2-40B4-BE49-F238E27FC236}">
                <a16:creationId xmlns:a16="http://schemas.microsoft.com/office/drawing/2014/main" id="{6B421DE1-92AA-0FEE-E09E-0A3648D14598}"/>
              </a:ext>
            </a:extLst>
          </p:cNvPr>
          <p:cNvSpPr txBox="1">
            <a:spLocks/>
          </p:cNvSpPr>
          <p:nvPr/>
        </p:nvSpPr>
        <p:spPr>
          <a:xfrm>
            <a:off x="1097280" y="1988288"/>
            <a:ext cx="10058400" cy="3880806"/>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spcAft>
                <a:spcPts val="0"/>
              </a:spcAft>
            </a:pPr>
            <a:endParaRPr lang="fr-FR" noProof="0" dirty="0"/>
          </a:p>
        </p:txBody>
      </p:sp>
      <p:sp>
        <p:nvSpPr>
          <p:cNvPr id="4" name="Espace réservé du contenu 2">
            <a:extLst>
              <a:ext uri="{FF2B5EF4-FFF2-40B4-BE49-F238E27FC236}">
                <a16:creationId xmlns:a16="http://schemas.microsoft.com/office/drawing/2014/main" id="{FE57EC04-AE44-2AE3-DF8E-058E24952B23}"/>
              </a:ext>
            </a:extLst>
          </p:cNvPr>
          <p:cNvSpPr txBox="1">
            <a:spLocks/>
          </p:cNvSpPr>
          <p:nvPr/>
        </p:nvSpPr>
        <p:spPr>
          <a:xfrm>
            <a:off x="1097280" y="2228850"/>
            <a:ext cx="10058400" cy="3640244"/>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spcAft>
                <a:spcPts val="0"/>
              </a:spcAft>
            </a:pPr>
            <a:endParaRPr lang="fr-FR" noProof="0" dirty="0"/>
          </a:p>
        </p:txBody>
      </p:sp>
      <p:graphicFrame>
        <p:nvGraphicFramePr>
          <p:cNvPr id="9" name="ZoneTexte 6">
            <a:extLst>
              <a:ext uri="{FF2B5EF4-FFF2-40B4-BE49-F238E27FC236}">
                <a16:creationId xmlns:a16="http://schemas.microsoft.com/office/drawing/2014/main" id="{AE5CE005-9238-4BE2-F9CF-ACA17F5290A5}"/>
              </a:ext>
            </a:extLst>
          </p:cNvPr>
          <p:cNvGraphicFramePr/>
          <p:nvPr>
            <p:extLst>
              <p:ext uri="{D42A27DB-BD31-4B8C-83A1-F6EECF244321}">
                <p14:modId xmlns:p14="http://schemas.microsoft.com/office/powerpoint/2010/main" val="2591543442"/>
              </p:ext>
            </p:extLst>
          </p:nvPr>
        </p:nvGraphicFramePr>
        <p:xfrm>
          <a:off x="1096963" y="2098515"/>
          <a:ext cx="10058400" cy="37860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499036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CC46C14-445C-ABEC-B5EC-05581C351F25}"/>
              </a:ext>
            </a:extLst>
          </p:cNvPr>
          <p:cNvSpPr txBox="1">
            <a:spLocks/>
          </p:cNvSpPr>
          <p:nvPr/>
        </p:nvSpPr>
        <p:spPr>
          <a:xfrm>
            <a:off x="1097280" y="286604"/>
            <a:ext cx="10058400" cy="618272"/>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fr-FR" noProof="0" dirty="0"/>
              <a:t>Introduction</a:t>
            </a:r>
          </a:p>
        </p:txBody>
      </p:sp>
      <p:sp>
        <p:nvSpPr>
          <p:cNvPr id="3" name="Espace réservé du contenu 2">
            <a:extLst>
              <a:ext uri="{FF2B5EF4-FFF2-40B4-BE49-F238E27FC236}">
                <a16:creationId xmlns:a16="http://schemas.microsoft.com/office/drawing/2014/main" id="{87286E50-FA5C-BF29-3305-47D4F0622D0C}"/>
              </a:ext>
            </a:extLst>
          </p:cNvPr>
          <p:cNvSpPr txBox="1">
            <a:spLocks/>
          </p:cNvSpPr>
          <p:nvPr/>
        </p:nvSpPr>
        <p:spPr>
          <a:xfrm>
            <a:off x="1097280" y="1400175"/>
            <a:ext cx="10058400" cy="4468919"/>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457200" lvl="0" indent="-457200">
              <a:lnSpc>
                <a:spcPct val="115000"/>
              </a:lnSpc>
              <a:spcAft>
                <a:spcPts val="0"/>
              </a:spcAft>
              <a:buClr>
                <a:schemeClr val="tx1">
                  <a:lumMod val="95000"/>
                  <a:lumOff val="5000"/>
                </a:schemeClr>
              </a:buClr>
              <a:buFont typeface="+mj-lt"/>
              <a:buAutoNum type="arabicPeriod"/>
              <a:tabLst>
                <a:tab pos="457200" algn="l"/>
              </a:tabLst>
            </a:pPr>
            <a:r>
              <a:rPr lang="fr-FR" sz="2400" b="1" noProof="0" dirty="0">
                <a:latin typeface="Aptos" panose="020B0004020202020204" pitchFamily="34" charset="0"/>
                <a:cs typeface="Times New Roman" panose="02020603050405020304" pitchFamily="18" charset="0"/>
              </a:rPr>
              <a:t>Résumé de la mission </a:t>
            </a:r>
          </a:p>
          <a:p>
            <a:pPr lvl="0">
              <a:lnSpc>
                <a:spcPct val="115000"/>
              </a:lnSpc>
              <a:spcAft>
                <a:spcPts val="0"/>
              </a:spcAft>
              <a:tabLst>
                <a:tab pos="457200" algn="l"/>
              </a:tabLst>
            </a:pPr>
            <a:r>
              <a:rPr lang="fr-FR" sz="1600" noProof="0" dirty="0">
                <a:latin typeface="Aptos" panose="020B0004020202020204" pitchFamily="34" charset="0"/>
                <a:cs typeface="Times New Roman" panose="02020603050405020304" pitchFamily="18" charset="0"/>
              </a:rPr>
              <a:t>L'Agence Santé Publique France (SPF) souhaite améliorer sa base de données Open Data afin d'évaluer la qualité nutritionnelle des produits. Elle envisage également de mettre en place une solution pour optimiser le remplissage des champs textuels et numériques.</a:t>
            </a:r>
          </a:p>
          <a:p>
            <a:pPr marL="742950" lvl="1" indent="-285750">
              <a:lnSpc>
                <a:spcPct val="115000"/>
              </a:lnSpc>
              <a:spcAft>
                <a:spcPts val="0"/>
              </a:spcAft>
              <a:buClr>
                <a:schemeClr val="tx1">
                  <a:lumMod val="95000"/>
                  <a:lumOff val="5000"/>
                </a:schemeClr>
              </a:buClr>
              <a:buSzPts val="1000"/>
              <a:buFont typeface="Courier New" panose="02070309020205020404" pitchFamily="49" charset="0"/>
              <a:buChar char="o"/>
              <a:tabLst>
                <a:tab pos="914400" algn="l"/>
              </a:tabLst>
            </a:pPr>
            <a:r>
              <a:rPr lang="fr-FR" b="1" noProof="0" dirty="0">
                <a:latin typeface="Aptos" panose="020B0004020202020204" pitchFamily="34" charset="0"/>
                <a:cs typeface="Times New Roman" panose="02020603050405020304" pitchFamily="18" charset="0"/>
              </a:rPr>
              <a:t>Objectif du projet: </a:t>
            </a:r>
          </a:p>
          <a:p>
            <a:pPr lvl="1">
              <a:lnSpc>
                <a:spcPct val="115000"/>
              </a:lnSpc>
              <a:spcAft>
                <a:spcPts val="0"/>
              </a:spcAft>
              <a:buSzPts val="1000"/>
              <a:tabLst>
                <a:tab pos="914400" algn="l"/>
              </a:tabLst>
            </a:pPr>
            <a:r>
              <a:rPr lang="fr-FR" sz="1600" noProof="0" dirty="0">
                <a:latin typeface="Aptos" panose="020B0004020202020204" pitchFamily="34" charset="0"/>
                <a:cs typeface="Times New Roman" panose="02020603050405020304" pitchFamily="18" charset="0"/>
              </a:rPr>
              <a:t>Analyser le jeu de données Open Food </a:t>
            </a:r>
            <a:r>
              <a:rPr lang="fr-FR" sz="1600" noProof="0" dirty="0" err="1">
                <a:latin typeface="Aptos" panose="020B0004020202020204" pitchFamily="34" charset="0"/>
                <a:cs typeface="Times New Roman" panose="02020603050405020304" pitchFamily="18" charset="0"/>
              </a:rPr>
              <a:t>Facts</a:t>
            </a:r>
            <a:r>
              <a:rPr lang="fr-FR" sz="1600" noProof="0" dirty="0">
                <a:latin typeface="Aptos" panose="020B0004020202020204" pitchFamily="34" charset="0"/>
                <a:cs typeface="Times New Roman" panose="02020603050405020304" pitchFamily="18" charset="0"/>
              </a:rPr>
              <a:t> pour suggérer des valeurs manquantes dans les variables présentant plus de 50 % d'absences, en nettoyant les données et en produisant des visualisations accessibles.</a:t>
            </a:r>
          </a:p>
          <a:p>
            <a:pPr marL="742950" lvl="1" indent="-285750">
              <a:lnSpc>
                <a:spcPct val="115000"/>
              </a:lnSpc>
              <a:spcAft>
                <a:spcPts val="0"/>
              </a:spcAft>
              <a:buClr>
                <a:schemeClr val="tx1">
                  <a:lumMod val="95000"/>
                  <a:lumOff val="5000"/>
                </a:schemeClr>
              </a:buClr>
              <a:buSzPts val="1000"/>
              <a:buFont typeface="Courier New" panose="02070309020205020404" pitchFamily="49" charset="0"/>
              <a:buChar char="o"/>
              <a:tabLst>
                <a:tab pos="914400" algn="l"/>
              </a:tabLst>
            </a:pPr>
            <a:r>
              <a:rPr lang="fr-FR" b="1" noProof="0" dirty="0">
                <a:latin typeface="Aptos" panose="020B0004020202020204" pitchFamily="34" charset="0"/>
                <a:cs typeface="Times New Roman" panose="02020603050405020304" pitchFamily="18" charset="0"/>
              </a:rPr>
              <a:t>Contexte et importance de l'analyse des données : </a:t>
            </a:r>
          </a:p>
          <a:p>
            <a:pPr lvl="1">
              <a:lnSpc>
                <a:spcPct val="115000"/>
              </a:lnSpc>
              <a:spcAft>
                <a:spcPts val="0"/>
              </a:spcAft>
              <a:buSzPts val="1000"/>
              <a:tabLst>
                <a:tab pos="914400" algn="l"/>
              </a:tabLst>
            </a:pPr>
            <a:r>
              <a:rPr lang="fr-FR" sz="1600" noProof="0" dirty="0">
                <a:latin typeface="Aptos" panose="020B0004020202020204" pitchFamily="34" charset="0"/>
                <a:cs typeface="Times New Roman" panose="02020603050405020304" pitchFamily="18" charset="0"/>
              </a:rPr>
              <a:t>Ce projet vise à améliorer la base de données Open Food </a:t>
            </a:r>
            <a:r>
              <a:rPr lang="fr-FR" sz="1600" noProof="0" dirty="0" err="1">
                <a:latin typeface="Aptos" panose="020B0004020202020204" pitchFamily="34" charset="0"/>
                <a:cs typeface="Times New Roman" panose="02020603050405020304" pitchFamily="18" charset="0"/>
              </a:rPr>
              <a:t>Facts</a:t>
            </a:r>
            <a:r>
              <a:rPr lang="fr-FR" sz="1600" noProof="0" dirty="0">
                <a:latin typeface="Aptos" panose="020B0004020202020204" pitchFamily="34" charset="0"/>
                <a:cs typeface="Times New Roman" panose="02020603050405020304" pitchFamily="18" charset="0"/>
              </a:rPr>
              <a:t>, qui fournit des informations sur les produits alimentaires, leur composition et leur valeur nutritionnelle. L'analyse des données est cruciale pour garantir la fiabilité des informations nutritionnelles et pour produire des visualisations claires, ce qui renforcera la confiance des utilisateurs tout en respectant les principes du RGPD.</a:t>
            </a:r>
            <a:endParaRPr lang="fr-FR" noProof="0" dirty="0"/>
          </a:p>
        </p:txBody>
      </p:sp>
    </p:spTree>
    <p:extLst>
      <p:ext uri="{BB962C8B-B14F-4D97-AF65-F5344CB8AC3E}">
        <p14:creationId xmlns:p14="http://schemas.microsoft.com/office/powerpoint/2010/main" val="7769255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CC46C14-445C-ABEC-B5EC-05581C351F25}"/>
              </a:ext>
            </a:extLst>
          </p:cNvPr>
          <p:cNvSpPr txBox="1">
            <a:spLocks/>
          </p:cNvSpPr>
          <p:nvPr/>
        </p:nvSpPr>
        <p:spPr>
          <a:xfrm>
            <a:off x="1097280" y="286604"/>
            <a:ext cx="10058400" cy="618272"/>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fr-FR" noProof="0" dirty="0"/>
              <a:t>Introduction</a:t>
            </a:r>
          </a:p>
        </p:txBody>
      </p:sp>
      <p:sp>
        <p:nvSpPr>
          <p:cNvPr id="3" name="Espace réservé du contenu 2">
            <a:extLst>
              <a:ext uri="{FF2B5EF4-FFF2-40B4-BE49-F238E27FC236}">
                <a16:creationId xmlns:a16="http://schemas.microsoft.com/office/drawing/2014/main" id="{87286E50-FA5C-BF29-3305-47D4F0622D0C}"/>
              </a:ext>
            </a:extLst>
          </p:cNvPr>
          <p:cNvSpPr txBox="1">
            <a:spLocks/>
          </p:cNvSpPr>
          <p:nvPr/>
        </p:nvSpPr>
        <p:spPr>
          <a:xfrm>
            <a:off x="1097280" y="1400175"/>
            <a:ext cx="10058400" cy="4468919"/>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lvl="0" indent="0">
              <a:lnSpc>
                <a:spcPct val="115000"/>
              </a:lnSpc>
              <a:spcAft>
                <a:spcPts val="0"/>
              </a:spcAft>
              <a:buClr>
                <a:schemeClr val="tx1">
                  <a:lumMod val="95000"/>
                  <a:lumOff val="5000"/>
                </a:schemeClr>
              </a:buClr>
              <a:buNone/>
              <a:tabLst>
                <a:tab pos="457200" algn="l"/>
              </a:tabLst>
            </a:pPr>
            <a:r>
              <a:rPr lang="fr-FR" b="1" noProof="0" dirty="0"/>
              <a:t>RGPD :</a:t>
            </a:r>
          </a:p>
          <a:p>
            <a:r>
              <a:rPr lang="fr-FR" noProof="0" dirty="0"/>
              <a:t>Le RGPD (Règlement Général sur la Protection des Données) est une réglementation européenne entrée en vigueur en 2018, visant à protéger les données personnelles des citoyens de l'UE et à renforcer la transparence dans leur utilisation. Il impose des règles strictes aux organisations collectant, stockant et traitant des données personnelles.</a:t>
            </a:r>
          </a:p>
          <a:p>
            <a:r>
              <a:rPr lang="fr-FR" b="1" noProof="0" dirty="0"/>
              <a:t>Principes Clés du RGPD :</a:t>
            </a:r>
          </a:p>
          <a:p>
            <a:r>
              <a:rPr lang="fr-FR" noProof="0" dirty="0"/>
              <a:t>Consentement ,Droit d’accès et de rectification ,Transparence ,Sécurité et confidentialité, Minimisation des données.</a:t>
            </a:r>
          </a:p>
          <a:p>
            <a:r>
              <a:rPr lang="fr-FR" noProof="0" dirty="0"/>
              <a:t>Dans notre cas, mis à part le pseudonyme du créateur, la base de données ne présente aucune donnée personnelle, et pour les créateurs qui ont décidé de laisser leurs vrais nom</a:t>
            </a:r>
            <a:r>
              <a:rPr lang="fr-FR" dirty="0"/>
              <a:t>s,</a:t>
            </a:r>
            <a:r>
              <a:rPr lang="fr-FR" noProof="0" dirty="0"/>
              <a:t> ils ont accepté de manière explicite les conditions d’utilisation de la plateforme, d’ailleurs ils sont dans la capacité du supprimer ou changer leurs pseudonymes comme bon leurs semble.</a:t>
            </a:r>
          </a:p>
          <a:p>
            <a:pPr marL="0" lvl="0" indent="0">
              <a:lnSpc>
                <a:spcPct val="115000"/>
              </a:lnSpc>
              <a:spcAft>
                <a:spcPts val="0"/>
              </a:spcAft>
              <a:buClr>
                <a:schemeClr val="tx1">
                  <a:lumMod val="95000"/>
                  <a:lumOff val="5000"/>
                </a:schemeClr>
              </a:buClr>
              <a:buNone/>
              <a:tabLst>
                <a:tab pos="457200" algn="l"/>
              </a:tabLst>
            </a:pPr>
            <a:r>
              <a:rPr lang="fr-FR" noProof="0" dirty="0"/>
              <a:t> </a:t>
            </a:r>
          </a:p>
          <a:p>
            <a:pPr marL="0" lvl="0" indent="0">
              <a:lnSpc>
                <a:spcPct val="115000"/>
              </a:lnSpc>
              <a:spcAft>
                <a:spcPts val="0"/>
              </a:spcAft>
              <a:buClr>
                <a:schemeClr val="tx1">
                  <a:lumMod val="95000"/>
                  <a:lumOff val="5000"/>
                </a:schemeClr>
              </a:buClr>
              <a:buNone/>
              <a:tabLst>
                <a:tab pos="457200" algn="l"/>
              </a:tabLst>
            </a:pPr>
            <a:endParaRPr lang="fr-FR" noProof="0" dirty="0"/>
          </a:p>
        </p:txBody>
      </p:sp>
    </p:spTree>
    <p:extLst>
      <p:ext uri="{BB962C8B-B14F-4D97-AF65-F5344CB8AC3E}">
        <p14:creationId xmlns:p14="http://schemas.microsoft.com/office/powerpoint/2010/main" val="41666153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CC46C14-445C-ABEC-B5EC-05581C351F25}"/>
              </a:ext>
            </a:extLst>
          </p:cNvPr>
          <p:cNvSpPr txBox="1">
            <a:spLocks/>
          </p:cNvSpPr>
          <p:nvPr/>
        </p:nvSpPr>
        <p:spPr>
          <a:xfrm>
            <a:off x="1066800" y="233442"/>
            <a:ext cx="10058400" cy="618272"/>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fr-FR" noProof="0" dirty="0"/>
              <a:t>Introduction</a:t>
            </a:r>
          </a:p>
        </p:txBody>
      </p:sp>
      <p:sp>
        <p:nvSpPr>
          <p:cNvPr id="3" name="Espace réservé du contenu 2">
            <a:extLst>
              <a:ext uri="{FF2B5EF4-FFF2-40B4-BE49-F238E27FC236}">
                <a16:creationId xmlns:a16="http://schemas.microsoft.com/office/drawing/2014/main" id="{87286E50-FA5C-BF29-3305-47D4F0622D0C}"/>
              </a:ext>
            </a:extLst>
          </p:cNvPr>
          <p:cNvSpPr txBox="1">
            <a:spLocks/>
          </p:cNvSpPr>
          <p:nvPr/>
        </p:nvSpPr>
        <p:spPr>
          <a:xfrm>
            <a:off x="1097280" y="1400175"/>
            <a:ext cx="10058400" cy="4468919"/>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342900" lvl="0" indent="-342900">
              <a:lnSpc>
                <a:spcPct val="115000"/>
              </a:lnSpc>
              <a:spcAft>
                <a:spcPts val="800"/>
              </a:spcAft>
              <a:buClr>
                <a:schemeClr val="tx1">
                  <a:lumMod val="95000"/>
                  <a:lumOff val="5000"/>
                </a:schemeClr>
              </a:buClr>
              <a:buFont typeface="+mj-lt"/>
              <a:buAutoNum type="arabicPeriod" startAt="2"/>
              <a:tabLst>
                <a:tab pos="457200" algn="l"/>
              </a:tabLst>
            </a:pPr>
            <a:r>
              <a:rPr lang="fr-FR" sz="2400" b="1" noProof="0" dirty="0">
                <a:latin typeface="Aptos" panose="020B0004020202020204" pitchFamily="34" charset="0"/>
                <a:cs typeface="Times New Roman" panose="02020603050405020304" pitchFamily="18" charset="0"/>
              </a:rPr>
              <a:t>Préparation des Données</a:t>
            </a:r>
          </a:p>
          <a:p>
            <a:pPr marL="742950" lvl="1" indent="-285750">
              <a:lnSpc>
                <a:spcPct val="115000"/>
              </a:lnSpc>
              <a:spcAft>
                <a:spcPts val="0"/>
              </a:spcAft>
              <a:buClr>
                <a:schemeClr val="tx1">
                  <a:lumMod val="95000"/>
                  <a:lumOff val="5000"/>
                </a:schemeClr>
              </a:buClr>
              <a:buSzPts val="1000"/>
              <a:buFont typeface="Courier New" panose="02070309020205020404" pitchFamily="49" charset="0"/>
              <a:buChar char="o"/>
              <a:tabLst>
                <a:tab pos="914400" algn="l"/>
              </a:tabLst>
            </a:pPr>
            <a:r>
              <a:rPr lang="fr-FR" b="1" noProof="0" dirty="0">
                <a:latin typeface="Aptos" panose="020B0004020202020204" pitchFamily="34" charset="0"/>
                <a:cs typeface="Times New Roman" panose="02020603050405020304" pitchFamily="18" charset="0"/>
              </a:rPr>
              <a:t>Importation des packages et des librairies:</a:t>
            </a:r>
          </a:p>
          <a:p>
            <a:pPr lvl="1">
              <a:lnSpc>
                <a:spcPct val="115000"/>
              </a:lnSpc>
              <a:spcAft>
                <a:spcPts val="800"/>
              </a:spcAft>
              <a:buSzPts val="1000"/>
              <a:buFont typeface="Arial" panose="020B0604020202020204" pitchFamily="34" charset="0"/>
              <a:buChar char="•"/>
              <a:tabLst>
                <a:tab pos="914400" algn="l"/>
              </a:tabLst>
            </a:pPr>
            <a:r>
              <a:rPr lang="fr-FR" sz="1600" noProof="0" dirty="0">
                <a:latin typeface="Aptos" panose="020B0004020202020204" pitchFamily="34" charset="0"/>
                <a:cs typeface="Times New Roman" panose="02020603050405020304" pitchFamily="18" charset="0"/>
              </a:rPr>
              <a:t>Liste des librairies utilisées (ex : Pandas, </a:t>
            </a:r>
            <a:r>
              <a:rPr lang="fr-FR" sz="1600" noProof="0" dirty="0" err="1">
                <a:latin typeface="Aptos" panose="020B0004020202020204" pitchFamily="34" charset="0"/>
                <a:cs typeface="Times New Roman" panose="02020603050405020304" pitchFamily="18" charset="0"/>
              </a:rPr>
              <a:t>NumPy</a:t>
            </a:r>
            <a:r>
              <a:rPr lang="fr-FR" sz="1600" noProof="0" dirty="0">
                <a:latin typeface="Aptos" panose="020B0004020202020204" pitchFamily="34" charset="0"/>
                <a:cs typeface="Times New Roman" panose="02020603050405020304" pitchFamily="18" charset="0"/>
              </a:rPr>
              <a:t>, </a:t>
            </a:r>
            <a:r>
              <a:rPr lang="fr-FR" sz="1600" noProof="0" dirty="0" err="1">
                <a:latin typeface="Aptos" panose="020B0004020202020204" pitchFamily="34" charset="0"/>
                <a:cs typeface="Times New Roman" panose="02020603050405020304" pitchFamily="18" charset="0"/>
              </a:rPr>
              <a:t>Matplotlib</a:t>
            </a:r>
            <a:r>
              <a:rPr lang="fr-FR" sz="1600" noProof="0" dirty="0">
                <a:latin typeface="Aptos" panose="020B0004020202020204" pitchFamily="34" charset="0"/>
                <a:cs typeface="Times New Roman" panose="02020603050405020304" pitchFamily="18" charset="0"/>
              </a:rPr>
              <a:t>, etc.)</a:t>
            </a:r>
          </a:p>
          <a:p>
            <a:pPr marL="742950" lvl="1" indent="-285750">
              <a:lnSpc>
                <a:spcPct val="115000"/>
              </a:lnSpc>
              <a:spcAft>
                <a:spcPts val="800"/>
              </a:spcAft>
              <a:buClr>
                <a:schemeClr val="tx1">
                  <a:lumMod val="95000"/>
                  <a:lumOff val="5000"/>
                </a:schemeClr>
              </a:buClr>
              <a:buSzPts val="1000"/>
              <a:buFont typeface="Courier New" panose="02070309020205020404" pitchFamily="49" charset="0"/>
              <a:buChar char="o"/>
              <a:tabLst>
                <a:tab pos="914400" algn="l"/>
              </a:tabLst>
            </a:pPr>
            <a:r>
              <a:rPr lang="fr-FR" b="1" noProof="0" dirty="0">
                <a:latin typeface="Aptos" panose="020B0004020202020204" pitchFamily="34" charset="0"/>
                <a:cs typeface="Times New Roman" panose="02020603050405020304" pitchFamily="18" charset="0"/>
              </a:rPr>
              <a:t>Importation des fichiers CSV:</a:t>
            </a:r>
          </a:p>
          <a:p>
            <a:pPr lvl="1">
              <a:lnSpc>
                <a:spcPct val="115000"/>
              </a:lnSpc>
              <a:spcBef>
                <a:spcPts val="0"/>
              </a:spcBef>
              <a:spcAft>
                <a:spcPts val="0"/>
              </a:spcAft>
              <a:buClr>
                <a:schemeClr val="tx1">
                  <a:lumMod val="95000"/>
                  <a:lumOff val="5000"/>
                </a:schemeClr>
              </a:buClr>
              <a:buSzPts val="1000"/>
              <a:buFont typeface="Arial" panose="020B0604020202020204" pitchFamily="34" charset="0"/>
              <a:buChar char="•"/>
              <a:tabLst>
                <a:tab pos="914400" algn="l"/>
              </a:tabLst>
            </a:pPr>
            <a:r>
              <a:rPr lang="fr-FR" sz="1600" noProof="0" dirty="0">
                <a:latin typeface="Aptos" panose="020B0004020202020204" pitchFamily="34" charset="0"/>
                <a:cs typeface="Times New Roman" panose="02020603050405020304" pitchFamily="18" charset="0"/>
              </a:rPr>
              <a:t>Création d’une fonction qui permet de faire ce qui suit : </a:t>
            </a:r>
          </a:p>
          <a:p>
            <a:pPr lvl="1">
              <a:lnSpc>
                <a:spcPct val="115000"/>
              </a:lnSpc>
              <a:spcBef>
                <a:spcPts val="0"/>
              </a:spcBef>
              <a:spcAft>
                <a:spcPts val="0"/>
              </a:spcAft>
              <a:buClr>
                <a:schemeClr val="tx1">
                  <a:lumMod val="95000"/>
                  <a:lumOff val="5000"/>
                </a:schemeClr>
              </a:buClr>
              <a:buSzPts val="1000"/>
              <a:buFont typeface="Arial" panose="020B0604020202020204" pitchFamily="34" charset="0"/>
              <a:buChar char="•"/>
              <a:tabLst>
                <a:tab pos="914400" algn="l"/>
              </a:tabLst>
            </a:pPr>
            <a:r>
              <a:rPr lang="fr-FR" sz="1600" noProof="0" dirty="0">
                <a:latin typeface="Aptos" panose="020B0004020202020204" pitchFamily="34" charset="0"/>
                <a:cs typeface="Times New Roman" panose="02020603050405020304" pitchFamily="18" charset="0"/>
              </a:rPr>
              <a:t>Demander si l’utilisateur veut recharger les données (au cas où elles sont mises à jour) : Oui / Non</a:t>
            </a:r>
          </a:p>
          <a:p>
            <a:pPr lvl="1">
              <a:lnSpc>
                <a:spcPct val="115000"/>
              </a:lnSpc>
              <a:spcBef>
                <a:spcPts val="0"/>
              </a:spcBef>
              <a:spcAft>
                <a:spcPts val="0"/>
              </a:spcAft>
              <a:buClr>
                <a:schemeClr val="tx1">
                  <a:lumMod val="95000"/>
                  <a:lumOff val="5000"/>
                </a:schemeClr>
              </a:buClr>
              <a:buSzPts val="1000"/>
              <a:buFont typeface="Arial" panose="020B0604020202020204" pitchFamily="34" charset="0"/>
              <a:buChar char="•"/>
              <a:tabLst>
                <a:tab pos="914400" algn="l"/>
              </a:tabLst>
            </a:pPr>
            <a:r>
              <a:rPr lang="fr-FR" sz="1600" noProof="0" dirty="0">
                <a:latin typeface="Aptos" panose="020B0004020202020204" pitchFamily="34" charset="0"/>
                <a:cs typeface="Times New Roman" panose="02020603050405020304" pitchFamily="18" charset="0"/>
              </a:rPr>
              <a:t>Si la réponse et oui, la fonction permet de dézipper le fichier téléchargé, l’extraction et la lecture du fichier qui nous intéresse.  </a:t>
            </a:r>
          </a:p>
          <a:p>
            <a:pPr lvl="1">
              <a:lnSpc>
                <a:spcPct val="115000"/>
              </a:lnSpc>
              <a:spcBef>
                <a:spcPts val="0"/>
              </a:spcBef>
              <a:spcAft>
                <a:spcPts val="0"/>
              </a:spcAft>
              <a:buClr>
                <a:schemeClr val="tx1">
                  <a:lumMod val="95000"/>
                  <a:lumOff val="5000"/>
                </a:schemeClr>
              </a:buClr>
              <a:buSzPts val="1000"/>
              <a:buFont typeface="Arial" panose="020B0604020202020204" pitchFamily="34" charset="0"/>
              <a:buChar char="•"/>
              <a:tabLst>
                <a:tab pos="914400" algn="l"/>
              </a:tabLst>
            </a:pPr>
            <a:r>
              <a:rPr lang="fr-FR" sz="1600" dirty="0">
                <a:latin typeface="Aptos" panose="020B0004020202020204" pitchFamily="34" charset="0"/>
                <a:cs typeface="Times New Roman" panose="02020603050405020304" pitchFamily="18" charset="0"/>
              </a:rPr>
              <a:t>Si la réponse est non, le programme récupère le fichier qui est en local</a:t>
            </a:r>
            <a:endParaRPr lang="fr-FR" sz="1600" noProof="0" dirty="0">
              <a:latin typeface="Aptos" panose="020B0004020202020204" pitchFamily="34" charset="0"/>
              <a:cs typeface="Times New Roman" panose="02020603050405020304" pitchFamily="18" charset="0"/>
            </a:endParaRPr>
          </a:p>
          <a:p>
            <a:pPr lvl="1">
              <a:lnSpc>
                <a:spcPct val="115000"/>
              </a:lnSpc>
              <a:spcBef>
                <a:spcPts val="0"/>
              </a:spcBef>
              <a:spcAft>
                <a:spcPts val="0"/>
              </a:spcAft>
              <a:buClr>
                <a:schemeClr val="tx1">
                  <a:lumMod val="95000"/>
                  <a:lumOff val="5000"/>
                </a:schemeClr>
              </a:buClr>
              <a:buSzPts val="1000"/>
              <a:buFont typeface="Arial" panose="020B0604020202020204" pitchFamily="34" charset="0"/>
              <a:buChar char="•"/>
              <a:tabLst>
                <a:tab pos="914400" algn="l"/>
              </a:tabLst>
            </a:pPr>
            <a:r>
              <a:rPr lang="fr-FR" sz="1600" noProof="0" dirty="0">
                <a:latin typeface="Aptos" panose="020B0004020202020204" pitchFamily="34" charset="0"/>
                <a:cs typeface="Times New Roman" panose="02020603050405020304" pitchFamily="18" charset="0"/>
              </a:rPr>
              <a:t>Ouvrir le fichier CSV : data = </a:t>
            </a:r>
            <a:r>
              <a:rPr lang="fr-FR" sz="1600" noProof="0" dirty="0" err="1">
                <a:latin typeface="Aptos" panose="020B0004020202020204" pitchFamily="34" charset="0"/>
                <a:cs typeface="Times New Roman" panose="02020603050405020304" pitchFamily="18" charset="0"/>
              </a:rPr>
              <a:t>pd.read_csv</a:t>
            </a:r>
            <a:r>
              <a:rPr lang="fr-FR" sz="1600" noProof="0" dirty="0">
                <a:latin typeface="Aptos" panose="020B0004020202020204" pitchFamily="34" charset="0"/>
                <a:cs typeface="Times New Roman" panose="02020603050405020304" pitchFamily="18" charset="0"/>
              </a:rPr>
              <a:t>(</a:t>
            </a:r>
            <a:r>
              <a:rPr lang="fr-FR" sz="1600" noProof="0" dirty="0" err="1">
                <a:latin typeface="Aptos" panose="020B0004020202020204" pitchFamily="34" charset="0"/>
                <a:cs typeface="Times New Roman" panose="02020603050405020304" pitchFamily="18" charset="0"/>
              </a:rPr>
              <a:t>local_csv</a:t>
            </a:r>
            <a:r>
              <a:rPr lang="fr-FR" sz="1600" noProof="0" dirty="0">
                <a:latin typeface="Aptos" panose="020B0004020202020204" pitchFamily="34" charset="0"/>
                <a:cs typeface="Times New Roman" panose="02020603050405020304" pitchFamily="18" charset="0"/>
              </a:rPr>
              <a:t>, sep='\t') </a:t>
            </a:r>
          </a:p>
          <a:p>
            <a:pPr lvl="1">
              <a:lnSpc>
                <a:spcPct val="115000"/>
              </a:lnSpc>
              <a:spcBef>
                <a:spcPts val="0"/>
              </a:spcBef>
              <a:spcAft>
                <a:spcPts val="0"/>
              </a:spcAft>
              <a:buSzPts val="1000"/>
              <a:tabLst>
                <a:tab pos="914400" algn="l"/>
              </a:tabLst>
            </a:pPr>
            <a:endParaRPr lang="fr-FR" sz="1600" noProof="0" dirty="0">
              <a:latin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1585013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7D379150-F6B4-45C8-BE10-6B278AD400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3" name="Rectangle 22">
            <a:extLst>
              <a:ext uri="{FF2B5EF4-FFF2-40B4-BE49-F238E27FC236}">
                <a16:creationId xmlns:a16="http://schemas.microsoft.com/office/drawing/2014/main" id="{5FFCF544-A370-4A5D-A95F-CA6E0E7191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24" name="Straight Connector 14">
            <a:extLst>
              <a:ext uri="{FF2B5EF4-FFF2-40B4-BE49-F238E27FC236}">
                <a16:creationId xmlns:a16="http://schemas.microsoft.com/office/drawing/2014/main" id="{6EEB3B97-A638-498B-8083-54191CE71E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25" name="Rectangle 24">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26" name="Rectangle 25">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1CC46C14-445C-ABEC-B5EC-05581C351F25}"/>
              </a:ext>
            </a:extLst>
          </p:cNvPr>
          <p:cNvSpPr txBox="1">
            <a:spLocks/>
          </p:cNvSpPr>
          <p:nvPr/>
        </p:nvSpPr>
        <p:spPr>
          <a:xfrm>
            <a:off x="492370" y="516835"/>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b="1" noProof="0" dirty="0">
                <a:solidFill>
                  <a:srgbClr val="FFFFFF"/>
                </a:solidFill>
              </a:rPr>
              <a:t>Analyse Préliminaire des Données</a:t>
            </a:r>
          </a:p>
        </p:txBody>
      </p:sp>
      <p:sp>
        <p:nvSpPr>
          <p:cNvPr id="3" name="Espace réservé du contenu 2">
            <a:extLst>
              <a:ext uri="{FF2B5EF4-FFF2-40B4-BE49-F238E27FC236}">
                <a16:creationId xmlns:a16="http://schemas.microsoft.com/office/drawing/2014/main" id="{87286E50-FA5C-BF29-3305-47D4F0622D0C}"/>
              </a:ext>
            </a:extLst>
          </p:cNvPr>
          <p:cNvSpPr txBox="1">
            <a:spLocks/>
          </p:cNvSpPr>
          <p:nvPr/>
        </p:nvSpPr>
        <p:spPr>
          <a:xfrm>
            <a:off x="69693" y="2653800"/>
            <a:ext cx="3981114" cy="3335519"/>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742950" lvl="1" indent="-28575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noProof="0" dirty="0">
                <a:solidFill>
                  <a:srgbClr val="FFFFFF"/>
                </a:solidFill>
              </a:rPr>
              <a:t>Analyse de </a:t>
            </a:r>
            <a:r>
              <a:rPr lang="fr-FR" sz="2400" b="1" noProof="0" dirty="0" err="1">
                <a:solidFill>
                  <a:srgbClr val="FFFFFF"/>
                </a:solidFill>
              </a:rPr>
              <a:t>df</a:t>
            </a:r>
            <a:r>
              <a:rPr lang="fr-FR" sz="2400" b="1" noProof="0" dirty="0">
                <a:solidFill>
                  <a:srgbClr val="FFFFFF"/>
                </a:solidFill>
              </a:rPr>
              <a:t>:</a:t>
            </a:r>
          </a:p>
          <a:p>
            <a:pPr marL="457200" lvl="1" indent="0">
              <a:spcBef>
                <a:spcPts val="0"/>
              </a:spcBef>
              <a:spcAft>
                <a:spcPts val="600"/>
              </a:spcAft>
              <a:buClr>
                <a:schemeClr val="tx1">
                  <a:lumMod val="95000"/>
                  <a:lumOff val="5000"/>
                </a:schemeClr>
              </a:buClr>
              <a:buSzPts val="1000"/>
              <a:buNone/>
              <a:tabLst>
                <a:tab pos="914400" algn="l"/>
              </a:tabLst>
            </a:pPr>
            <a:endParaRPr lang="fr-FR" sz="2400" b="1" noProof="0" dirty="0">
              <a:solidFill>
                <a:srgbClr val="FFFFFF"/>
              </a:solidFill>
            </a:endParaRP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000" noProof="0" dirty="0">
                <a:solidFill>
                  <a:srgbClr val="FFFFFF"/>
                </a:solidFill>
              </a:rPr>
              <a:t>Nombre de lignes et colonnes initiales : 320772 lignes, 162 colonnes.</a:t>
            </a: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000" noProof="0" dirty="0">
                <a:solidFill>
                  <a:srgbClr val="FFFFFF"/>
                </a:solidFill>
              </a:rPr>
              <a:t>Qualité des Données : Visualisation des données manquantes </a:t>
            </a:r>
          </a:p>
          <a:p>
            <a:pPr marL="742950" lvl="1" indent="-285750">
              <a:spcBef>
                <a:spcPts val="0"/>
              </a:spcBef>
              <a:spcAft>
                <a:spcPts val="600"/>
              </a:spcAft>
              <a:buSzPts val="1000"/>
              <a:buFont typeface="Arial" panose="020B0604020202020204" pitchFamily="34" charset="0"/>
              <a:buChar char="•"/>
              <a:tabLst>
                <a:tab pos="914400" algn="l"/>
              </a:tabLst>
            </a:pPr>
            <a:endParaRPr lang="fr-FR" sz="1500" noProof="0" dirty="0">
              <a:solidFill>
                <a:srgbClr val="FFFFFF"/>
              </a:solidFill>
            </a:endParaRPr>
          </a:p>
          <a:p>
            <a:pPr>
              <a:spcBef>
                <a:spcPts val="0"/>
              </a:spcBef>
              <a:spcAft>
                <a:spcPts val="600"/>
              </a:spcAft>
            </a:pPr>
            <a:endParaRPr lang="fr-FR" sz="1500" noProof="0" dirty="0">
              <a:solidFill>
                <a:srgbClr val="FFFFFF"/>
              </a:solidFill>
            </a:endParaRPr>
          </a:p>
        </p:txBody>
      </p:sp>
      <p:sp>
        <p:nvSpPr>
          <p:cNvPr id="21" name="Rectangle 20">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pic>
        <p:nvPicPr>
          <p:cNvPr id="6" name="Image 5">
            <a:extLst>
              <a:ext uri="{FF2B5EF4-FFF2-40B4-BE49-F238E27FC236}">
                <a16:creationId xmlns:a16="http://schemas.microsoft.com/office/drawing/2014/main" id="{D2C6B4E1-8805-EAA0-1147-C3472DAD0655}"/>
              </a:ext>
            </a:extLst>
          </p:cNvPr>
          <p:cNvPicPr>
            <a:picLocks noChangeAspect="1"/>
          </p:cNvPicPr>
          <p:nvPr/>
        </p:nvPicPr>
        <p:blipFill>
          <a:blip r:embed="rId3"/>
          <a:stretch>
            <a:fillRect/>
          </a:stretch>
        </p:blipFill>
        <p:spPr>
          <a:xfrm>
            <a:off x="4935403" y="640080"/>
            <a:ext cx="6411310" cy="5577840"/>
          </a:xfrm>
          <a:prstGeom prst="rect">
            <a:avLst/>
          </a:prstGeom>
        </p:spPr>
      </p:pic>
    </p:spTree>
    <p:extLst>
      <p:ext uri="{BB962C8B-B14F-4D97-AF65-F5344CB8AC3E}">
        <p14:creationId xmlns:p14="http://schemas.microsoft.com/office/powerpoint/2010/main" val="1365773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7D379150-F6B4-45C8-BE10-6B278AD400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33" name="Rectangle 32">
            <a:extLst>
              <a:ext uri="{FF2B5EF4-FFF2-40B4-BE49-F238E27FC236}">
                <a16:creationId xmlns:a16="http://schemas.microsoft.com/office/drawing/2014/main" id="{5FFCF544-A370-4A5D-A95F-CA6E0E7191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35" name="Straight Connector 34">
            <a:extLst>
              <a:ext uri="{FF2B5EF4-FFF2-40B4-BE49-F238E27FC236}">
                <a16:creationId xmlns:a16="http://schemas.microsoft.com/office/drawing/2014/main" id="{6EEB3B97-A638-498B-8083-54191CE71E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37" name="Rectangle 36">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39" name="Rectangle 38">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1CC46C14-445C-ABEC-B5EC-05581C351F25}"/>
              </a:ext>
            </a:extLst>
          </p:cNvPr>
          <p:cNvSpPr txBox="1">
            <a:spLocks/>
          </p:cNvSpPr>
          <p:nvPr/>
        </p:nvSpPr>
        <p:spPr>
          <a:xfrm>
            <a:off x="492370" y="516835"/>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b="1" noProof="0" dirty="0">
                <a:solidFill>
                  <a:srgbClr val="FFFFFF"/>
                </a:solidFill>
              </a:rPr>
              <a:t>Analyse Préliminaire des Données</a:t>
            </a:r>
          </a:p>
        </p:txBody>
      </p:sp>
      <p:sp>
        <p:nvSpPr>
          <p:cNvPr id="3" name="Espace réservé du contenu 2">
            <a:extLst>
              <a:ext uri="{FF2B5EF4-FFF2-40B4-BE49-F238E27FC236}">
                <a16:creationId xmlns:a16="http://schemas.microsoft.com/office/drawing/2014/main" id="{87286E50-FA5C-BF29-3305-47D4F0622D0C}"/>
              </a:ext>
            </a:extLst>
          </p:cNvPr>
          <p:cNvSpPr txBox="1">
            <a:spLocks/>
          </p:cNvSpPr>
          <p:nvPr/>
        </p:nvSpPr>
        <p:spPr>
          <a:xfrm>
            <a:off x="5685" y="2653800"/>
            <a:ext cx="4028700" cy="3335519"/>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noProof="0" dirty="0">
                <a:solidFill>
                  <a:srgbClr val="FFFFFF"/>
                </a:solidFill>
              </a:rPr>
              <a:t>Analyse de la colonne “code”:</a:t>
            </a: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000" noProof="0" dirty="0">
                <a:solidFill>
                  <a:srgbClr val="FFFFFF"/>
                </a:solidFill>
              </a:rPr>
              <a:t>Nombre de doublons ou de Nans:  245. </a:t>
            </a: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noProof="0" dirty="0">
                <a:solidFill>
                  <a:srgbClr val="FFFFFF"/>
                </a:solidFill>
              </a:rPr>
              <a:t>Décision métier: </a:t>
            </a: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000" noProof="0" dirty="0">
                <a:solidFill>
                  <a:srgbClr val="FFFFFF"/>
                </a:solidFill>
              </a:rPr>
              <a:t>Supprimer les 245 lignes. </a:t>
            </a:r>
          </a:p>
          <a:p>
            <a:pPr marL="742950" lvl="1" indent="-285750">
              <a:spcBef>
                <a:spcPts val="0"/>
              </a:spcBef>
              <a:spcAft>
                <a:spcPts val="600"/>
              </a:spcAft>
              <a:buSzPts val="1000"/>
              <a:buFont typeface="Calibri" panose="020F0502020204030204" pitchFamily="34" charset="0"/>
              <a:buChar char="o"/>
              <a:tabLst>
                <a:tab pos="914400" algn="l"/>
              </a:tabLst>
            </a:pPr>
            <a:endParaRPr lang="fr-FR" sz="1500" noProof="0" dirty="0">
              <a:solidFill>
                <a:srgbClr val="FFFFFF"/>
              </a:solidFill>
            </a:endParaRPr>
          </a:p>
          <a:p>
            <a:pPr>
              <a:spcBef>
                <a:spcPts val="0"/>
              </a:spcBef>
              <a:spcAft>
                <a:spcPts val="600"/>
              </a:spcAft>
            </a:pPr>
            <a:endParaRPr lang="fr-FR" sz="1500" noProof="0" dirty="0">
              <a:solidFill>
                <a:srgbClr val="FFFFFF"/>
              </a:solidFill>
            </a:endParaRPr>
          </a:p>
        </p:txBody>
      </p:sp>
      <p:sp>
        <p:nvSpPr>
          <p:cNvPr id="41" name="Rectangle 40">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pic>
        <p:nvPicPr>
          <p:cNvPr id="4" name="Image 3">
            <a:extLst>
              <a:ext uri="{FF2B5EF4-FFF2-40B4-BE49-F238E27FC236}">
                <a16:creationId xmlns:a16="http://schemas.microsoft.com/office/drawing/2014/main" id="{C44D9880-3805-02EB-A462-4EF89EB27719}"/>
              </a:ext>
            </a:extLst>
          </p:cNvPr>
          <p:cNvPicPr>
            <a:picLocks noChangeAspect="1"/>
          </p:cNvPicPr>
          <p:nvPr/>
        </p:nvPicPr>
        <p:blipFill>
          <a:blip r:embed="rId3"/>
          <a:stretch>
            <a:fillRect/>
          </a:stretch>
        </p:blipFill>
        <p:spPr>
          <a:xfrm>
            <a:off x="5491584" y="640080"/>
            <a:ext cx="5298947" cy="5577840"/>
          </a:xfrm>
          <a:prstGeom prst="rect">
            <a:avLst/>
          </a:prstGeom>
        </p:spPr>
      </p:pic>
    </p:spTree>
    <p:extLst>
      <p:ext uri="{BB962C8B-B14F-4D97-AF65-F5344CB8AC3E}">
        <p14:creationId xmlns:p14="http://schemas.microsoft.com/office/powerpoint/2010/main" val="18715177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3FE9996-7EAC-4679-B37D-C1045F42F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10" name="Rectangle 9">
            <a:extLst>
              <a:ext uri="{FF2B5EF4-FFF2-40B4-BE49-F238E27FC236}">
                <a16:creationId xmlns:a16="http://schemas.microsoft.com/office/drawing/2014/main" id="{761DF1FE-5CC8-43D2-A76C-93C76EEDE1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12" name="Straight Connector 11">
            <a:extLst>
              <a:ext uri="{FF2B5EF4-FFF2-40B4-BE49-F238E27FC236}">
                <a16:creationId xmlns:a16="http://schemas.microsoft.com/office/drawing/2014/main" id="{E161BEBD-A23C-409E-ABC7-73F9EDC02F2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16" name="Rectangle 15">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1CC46C14-445C-ABEC-B5EC-05581C351F25}"/>
              </a:ext>
            </a:extLst>
          </p:cNvPr>
          <p:cNvSpPr txBox="1">
            <a:spLocks/>
          </p:cNvSpPr>
          <p:nvPr/>
        </p:nvSpPr>
        <p:spPr>
          <a:xfrm>
            <a:off x="492370" y="605896"/>
            <a:ext cx="3084844" cy="5646208"/>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b="1" noProof="0" dirty="0">
                <a:solidFill>
                  <a:srgbClr val="FFFFFF"/>
                </a:solidFill>
              </a:rPr>
              <a:t>Analyse Préliminaire des Données</a:t>
            </a:r>
          </a:p>
        </p:txBody>
      </p:sp>
      <p:sp>
        <p:nvSpPr>
          <p:cNvPr id="18" name="Rectangle 17">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3" name="Espace réservé du contenu 2">
            <a:extLst>
              <a:ext uri="{FF2B5EF4-FFF2-40B4-BE49-F238E27FC236}">
                <a16:creationId xmlns:a16="http://schemas.microsoft.com/office/drawing/2014/main" id="{87286E50-FA5C-BF29-3305-47D4F0622D0C}"/>
              </a:ext>
            </a:extLst>
          </p:cNvPr>
          <p:cNvSpPr txBox="1">
            <a:spLocks/>
          </p:cNvSpPr>
          <p:nvPr/>
        </p:nvSpPr>
        <p:spPr>
          <a:xfrm>
            <a:off x="4742016" y="605896"/>
            <a:ext cx="6413663" cy="5646208"/>
          </a:xfrm>
          <a:prstGeom prst="rect">
            <a:avLst/>
          </a:prstGeom>
        </p:spPr>
        <p:txBody>
          <a:bodyPr vert="horz" lIns="0" tIns="45720" rIns="0" bIns="45720" rtlCol="0" anchor="ct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457200" lvl="1" indent="0">
              <a:spcBef>
                <a:spcPts val="0"/>
              </a:spcBef>
              <a:spcAft>
                <a:spcPts val="600"/>
              </a:spcAft>
              <a:buSzPts val="1000"/>
              <a:buNone/>
              <a:tabLst>
                <a:tab pos="914400" algn="l"/>
              </a:tabLst>
            </a:pPr>
            <a:r>
              <a:rPr lang="fr-FR" sz="2400" b="1" noProof="0" dirty="0">
                <a:latin typeface="Aptos" panose="020B0004020202020204" pitchFamily="34" charset="0"/>
                <a:cs typeface="Times New Roman" panose="02020603050405020304" pitchFamily="18" charset="0"/>
              </a:rPr>
              <a:t>Traitement des colonnes :</a:t>
            </a:r>
          </a:p>
          <a:p>
            <a:pPr marL="457200" lvl="1" indent="0">
              <a:spcBef>
                <a:spcPts val="0"/>
              </a:spcBef>
              <a:spcAft>
                <a:spcPts val="600"/>
              </a:spcAft>
              <a:buSzPts val="1000"/>
              <a:buFont typeface="Calibri" panose="020F0502020204030204" pitchFamily="34" charset="0"/>
              <a:buNone/>
              <a:tabLst>
                <a:tab pos="914400" algn="l"/>
              </a:tabLst>
            </a:pPr>
            <a:endParaRPr lang="fr-FR" sz="2400" b="1" noProof="0" dirty="0"/>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noProof="0" dirty="0"/>
              <a:t>Colonnes 100% Vides : 21 colonnes </a:t>
            </a:r>
            <a:endParaRPr lang="fr-FR" sz="2400" noProof="0" dirty="0"/>
          </a:p>
          <a:p>
            <a:pPr marL="742950" lvl="1" indent="-285750">
              <a:spcBef>
                <a:spcPts val="0"/>
              </a:spcBef>
              <a:spcAft>
                <a:spcPts val="600"/>
              </a:spcAft>
              <a:buSzPts val="1000"/>
              <a:buFont typeface="Calibri" panose="020F0502020204030204" pitchFamily="34" charset="0"/>
              <a:buChar char="o"/>
              <a:tabLst>
                <a:tab pos="914400" algn="l"/>
              </a:tabLst>
            </a:pPr>
            <a:endParaRPr lang="fr-FR" noProof="0" dirty="0"/>
          </a:p>
          <a:p>
            <a:pPr marL="800100" lvl="1" indent="-342900">
              <a:spcBef>
                <a:spcPts val="0"/>
              </a:spcBef>
              <a:spcAft>
                <a:spcPts val="600"/>
              </a:spcAft>
              <a:buClr>
                <a:schemeClr val="bg2">
                  <a:lumMod val="10000"/>
                </a:schemeClr>
              </a:buClr>
              <a:buSzPts val="1000"/>
              <a:buFont typeface="Wingdings" panose="05000000000000000000" pitchFamily="2" charset="2"/>
              <a:buChar char="v"/>
              <a:tabLst>
                <a:tab pos="914400" algn="l"/>
              </a:tabLst>
            </a:pPr>
            <a:r>
              <a:rPr lang="fr-FR" sz="2400" b="1" noProof="0" dirty="0"/>
              <a:t>Décision métier :</a:t>
            </a:r>
          </a:p>
          <a:p>
            <a:pPr marL="742950" lvl="1" indent="-28575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000" noProof="0" dirty="0"/>
              <a:t>Supprimer toutes les colonne vide .</a:t>
            </a:r>
          </a:p>
          <a:p>
            <a:pPr marL="742950" lvl="1" indent="-28575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000" noProof="0" dirty="0"/>
              <a:t>On passe de 162 colonnes à 141.</a:t>
            </a:r>
          </a:p>
          <a:p>
            <a:pPr marL="742950" lvl="1" indent="-28575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endParaRPr lang="fr-FR" sz="2000" noProof="0" dirty="0"/>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t>Lignes 100% Vides : 0 colonnes </a:t>
            </a:r>
          </a:p>
          <a:p>
            <a:pPr marL="742950" lvl="1" indent="-285750">
              <a:spcBef>
                <a:spcPts val="0"/>
              </a:spcBef>
              <a:spcAft>
                <a:spcPts val="600"/>
              </a:spcAft>
              <a:buSzPts val="1000"/>
              <a:buFont typeface="Calibri" panose="020F0502020204030204" pitchFamily="34" charset="0"/>
              <a:buChar char="o"/>
              <a:tabLst>
                <a:tab pos="914400" algn="l"/>
              </a:tabLst>
            </a:pPr>
            <a:endParaRPr lang="fr-FR" noProof="0" dirty="0"/>
          </a:p>
          <a:p>
            <a:pPr marL="457200" lvl="1" indent="0">
              <a:spcBef>
                <a:spcPts val="0"/>
              </a:spcBef>
              <a:spcAft>
                <a:spcPts val="600"/>
              </a:spcAft>
              <a:buSzPts val="1000"/>
              <a:buFont typeface="Calibri" panose="020F0502020204030204" pitchFamily="34" charset="0"/>
              <a:buNone/>
              <a:tabLst>
                <a:tab pos="914400" algn="l"/>
              </a:tabLst>
            </a:pPr>
            <a:endParaRPr lang="fr-FR" noProof="0" dirty="0"/>
          </a:p>
        </p:txBody>
      </p:sp>
    </p:spTree>
    <p:extLst>
      <p:ext uri="{BB962C8B-B14F-4D97-AF65-F5344CB8AC3E}">
        <p14:creationId xmlns:p14="http://schemas.microsoft.com/office/powerpoint/2010/main" val="36562684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3FE9996-7EAC-4679-B37D-C1045F42F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10" name="Rectangle 9">
            <a:extLst>
              <a:ext uri="{FF2B5EF4-FFF2-40B4-BE49-F238E27FC236}">
                <a16:creationId xmlns:a16="http://schemas.microsoft.com/office/drawing/2014/main" id="{761DF1FE-5CC8-43D2-A76C-93C76EEDE1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12" name="Straight Connector 11">
            <a:extLst>
              <a:ext uri="{FF2B5EF4-FFF2-40B4-BE49-F238E27FC236}">
                <a16:creationId xmlns:a16="http://schemas.microsoft.com/office/drawing/2014/main" id="{E161BEBD-A23C-409E-ABC7-73F9EDC02F2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16" name="Rectangle 15">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1CC46C14-445C-ABEC-B5EC-05581C351F25}"/>
              </a:ext>
            </a:extLst>
          </p:cNvPr>
          <p:cNvSpPr txBox="1">
            <a:spLocks/>
          </p:cNvSpPr>
          <p:nvPr/>
        </p:nvSpPr>
        <p:spPr>
          <a:xfrm>
            <a:off x="492370" y="605896"/>
            <a:ext cx="3084844" cy="5646208"/>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b="1" noProof="0" dirty="0">
                <a:solidFill>
                  <a:srgbClr val="FFFFFF"/>
                </a:solidFill>
              </a:rPr>
              <a:t>Analyse Préliminaire des Données</a:t>
            </a:r>
          </a:p>
        </p:txBody>
      </p:sp>
      <p:sp>
        <p:nvSpPr>
          <p:cNvPr id="18" name="Rectangle 17">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3" name="Espace réservé du contenu 2">
            <a:extLst>
              <a:ext uri="{FF2B5EF4-FFF2-40B4-BE49-F238E27FC236}">
                <a16:creationId xmlns:a16="http://schemas.microsoft.com/office/drawing/2014/main" id="{87286E50-FA5C-BF29-3305-47D4F0622D0C}"/>
              </a:ext>
            </a:extLst>
          </p:cNvPr>
          <p:cNvSpPr txBox="1">
            <a:spLocks/>
          </p:cNvSpPr>
          <p:nvPr/>
        </p:nvSpPr>
        <p:spPr>
          <a:xfrm>
            <a:off x="4651258" y="511009"/>
            <a:ext cx="6881333" cy="5646208"/>
          </a:xfrm>
          <a:prstGeom prst="rect">
            <a:avLst/>
          </a:prstGeom>
        </p:spPr>
        <p:txBody>
          <a:bodyPr vert="horz" lIns="0" tIns="45720" rIns="0" bIns="45720" rtlCol="0" anchor="ct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457200" lvl="1" indent="0">
              <a:spcBef>
                <a:spcPts val="0"/>
              </a:spcBef>
              <a:spcAft>
                <a:spcPts val="600"/>
              </a:spcAft>
              <a:buSzPts val="1000"/>
              <a:buFont typeface="Calibri" panose="020F0502020204030204" pitchFamily="34" charset="0"/>
              <a:buNone/>
              <a:tabLst>
                <a:tab pos="914400" algn="l"/>
              </a:tabLst>
            </a:pPr>
            <a:r>
              <a:rPr lang="fr-FR" sz="2400" b="1" noProof="0" dirty="0"/>
              <a:t>Traitement des colonnes :</a:t>
            </a:r>
          </a:p>
          <a:p>
            <a:pPr marL="457200" lvl="1" indent="0">
              <a:spcBef>
                <a:spcPts val="0"/>
              </a:spcBef>
              <a:spcAft>
                <a:spcPts val="600"/>
              </a:spcAft>
              <a:buSzPts val="1000"/>
              <a:buFont typeface="Calibri" panose="020F0502020204030204" pitchFamily="34" charset="0"/>
              <a:buNone/>
              <a:tabLst>
                <a:tab pos="914400" algn="l"/>
              </a:tabLst>
            </a:pPr>
            <a:endParaRPr lang="fr-FR" sz="2400" b="1" noProof="0" dirty="0"/>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noProof="0" dirty="0"/>
              <a:t>Suppression des colonnes qui se termine par _t</a:t>
            </a: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000" noProof="0" dirty="0" err="1"/>
              <a:t>created_t</a:t>
            </a:r>
            <a:r>
              <a:rPr lang="fr-FR" sz="2000" noProof="0" dirty="0"/>
              <a:t> et </a:t>
            </a:r>
            <a:r>
              <a:rPr lang="fr-FR" sz="2000" noProof="0" dirty="0" err="1"/>
              <a:t>last_modified_t</a:t>
            </a:r>
            <a:r>
              <a:rPr lang="fr-FR" sz="2000" noProof="0" dirty="0"/>
              <a:t>	.</a:t>
            </a: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000" noProof="0" dirty="0"/>
              <a:t>On passe de 141 à 139 colonnes </a:t>
            </a:r>
          </a:p>
        </p:txBody>
      </p:sp>
    </p:spTree>
    <p:extLst>
      <p:ext uri="{BB962C8B-B14F-4D97-AF65-F5344CB8AC3E}">
        <p14:creationId xmlns:p14="http://schemas.microsoft.com/office/powerpoint/2010/main" val="33664783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7D379150-F6B4-45C8-BE10-6B278AD400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5" name="Rectangle 24">
            <a:extLst>
              <a:ext uri="{FF2B5EF4-FFF2-40B4-BE49-F238E27FC236}">
                <a16:creationId xmlns:a16="http://schemas.microsoft.com/office/drawing/2014/main" id="{5FFCF544-A370-4A5D-A95F-CA6E0E7191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27" name="Straight Connector 26">
            <a:extLst>
              <a:ext uri="{FF2B5EF4-FFF2-40B4-BE49-F238E27FC236}">
                <a16:creationId xmlns:a16="http://schemas.microsoft.com/office/drawing/2014/main" id="{6EEB3B97-A638-498B-8083-54191CE71E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29" name="Rectangle 28">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31" name="Rectangle 30">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1CC46C14-445C-ABEC-B5EC-05581C351F25}"/>
              </a:ext>
            </a:extLst>
          </p:cNvPr>
          <p:cNvSpPr txBox="1">
            <a:spLocks/>
          </p:cNvSpPr>
          <p:nvPr/>
        </p:nvSpPr>
        <p:spPr>
          <a:xfrm>
            <a:off x="492370" y="516835"/>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b="1" noProof="0" dirty="0">
                <a:solidFill>
                  <a:srgbClr val="FFFFFF"/>
                </a:solidFill>
              </a:rPr>
              <a:t>Analyse Préliminaire des Données</a:t>
            </a:r>
          </a:p>
        </p:txBody>
      </p:sp>
      <p:sp>
        <p:nvSpPr>
          <p:cNvPr id="3" name="Espace réservé du contenu 2">
            <a:extLst>
              <a:ext uri="{FF2B5EF4-FFF2-40B4-BE49-F238E27FC236}">
                <a16:creationId xmlns:a16="http://schemas.microsoft.com/office/drawing/2014/main" id="{87286E50-FA5C-BF29-3305-47D4F0622D0C}"/>
              </a:ext>
            </a:extLst>
          </p:cNvPr>
          <p:cNvSpPr txBox="1">
            <a:spLocks/>
          </p:cNvSpPr>
          <p:nvPr/>
        </p:nvSpPr>
        <p:spPr>
          <a:xfrm>
            <a:off x="5685" y="2653800"/>
            <a:ext cx="4090116" cy="3863958"/>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742950" lvl="1" indent="-28575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noProof="0" dirty="0">
                <a:solidFill>
                  <a:srgbClr val="FFFFFF"/>
                </a:solidFill>
              </a:rPr>
              <a:t>Traitement des colonnes :</a:t>
            </a: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000" b="1" noProof="0" dirty="0">
                <a:solidFill>
                  <a:srgbClr val="FFFFFF"/>
                </a:solidFill>
              </a:rPr>
              <a:t>Suppression des colonnes qui sont remplies à moins de 50% </a:t>
            </a: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endParaRPr lang="fr-FR" sz="2000" b="1" noProof="0" dirty="0">
              <a:solidFill>
                <a:srgbClr val="FFFFFF"/>
              </a:solidFill>
            </a:endParaRPr>
          </a:p>
          <a:p>
            <a:pPr marL="800100" lvl="1" indent="-342900">
              <a:spcBef>
                <a:spcPts val="0"/>
              </a:spcBef>
              <a:spcAft>
                <a:spcPts val="600"/>
              </a:spcAft>
              <a:buClr>
                <a:schemeClr val="bg2">
                  <a:lumMod val="10000"/>
                </a:schemeClr>
              </a:buClr>
              <a:buSzPts val="1000"/>
              <a:buFont typeface="Wingdings" panose="05000000000000000000" pitchFamily="2" charset="2"/>
              <a:buChar char="v"/>
              <a:tabLst>
                <a:tab pos="914400" algn="l"/>
              </a:tabLst>
            </a:pPr>
            <a:r>
              <a:rPr lang="fr-FR" sz="2400" b="1" noProof="0" dirty="0">
                <a:solidFill>
                  <a:srgbClr val="FFFFFF"/>
                </a:solidFill>
              </a:rPr>
              <a:t>Décision métier : </a:t>
            </a:r>
          </a:p>
          <a:p>
            <a:pPr marL="742950" lvl="1" indent="-28575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000" noProof="0" dirty="0">
                <a:solidFill>
                  <a:srgbClr val="FFFFFF"/>
                </a:solidFill>
              </a:rPr>
              <a:t>les colonnes pas accès bien remplies pourrait affecter le remplissage des données manquantes </a:t>
            </a:r>
          </a:p>
          <a:p>
            <a:pPr marL="742950" lvl="1" indent="-28575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000" noProof="0" dirty="0">
                <a:solidFill>
                  <a:srgbClr val="FFFFFF"/>
                </a:solidFill>
              </a:rPr>
              <a:t>On passe de 139 à 32 colonnes </a:t>
            </a:r>
          </a:p>
          <a:p>
            <a:pPr marL="742950" lvl="1" indent="-285750">
              <a:spcBef>
                <a:spcPts val="0"/>
              </a:spcBef>
              <a:spcAft>
                <a:spcPts val="600"/>
              </a:spcAft>
              <a:buSzPts val="1000"/>
              <a:buFont typeface="Courier New" panose="02070309020205020404" pitchFamily="49" charset="0"/>
              <a:buChar char="o"/>
              <a:tabLst>
                <a:tab pos="914400" algn="l"/>
              </a:tabLst>
            </a:pPr>
            <a:endParaRPr lang="fr-FR" sz="1500" noProof="0" dirty="0">
              <a:solidFill>
                <a:srgbClr val="FFFFFF"/>
              </a:solidFill>
            </a:endParaRPr>
          </a:p>
          <a:p>
            <a:pPr marL="457200" lvl="1" indent="0">
              <a:spcBef>
                <a:spcPts val="0"/>
              </a:spcBef>
              <a:spcAft>
                <a:spcPts val="600"/>
              </a:spcAft>
              <a:buSzPts val="1000"/>
              <a:buFont typeface="Calibri" panose="020F0502020204030204" pitchFamily="34" charset="0"/>
              <a:buNone/>
              <a:tabLst>
                <a:tab pos="914400" algn="l"/>
              </a:tabLst>
            </a:pPr>
            <a:endParaRPr lang="fr-FR" sz="1500" noProof="0" dirty="0">
              <a:solidFill>
                <a:srgbClr val="FFFFFF"/>
              </a:solidFill>
            </a:endParaRPr>
          </a:p>
        </p:txBody>
      </p:sp>
      <p:sp>
        <p:nvSpPr>
          <p:cNvPr id="33" name="Rectangle 32">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pic>
        <p:nvPicPr>
          <p:cNvPr id="6" name="Image 5">
            <a:extLst>
              <a:ext uri="{FF2B5EF4-FFF2-40B4-BE49-F238E27FC236}">
                <a16:creationId xmlns:a16="http://schemas.microsoft.com/office/drawing/2014/main" id="{89AD5007-DF3A-5077-67D0-29D7B659409B}"/>
              </a:ext>
            </a:extLst>
          </p:cNvPr>
          <p:cNvPicPr>
            <a:picLocks noChangeAspect="1"/>
          </p:cNvPicPr>
          <p:nvPr/>
        </p:nvPicPr>
        <p:blipFill>
          <a:blip r:embed="rId3"/>
          <a:stretch>
            <a:fillRect/>
          </a:stretch>
        </p:blipFill>
        <p:spPr>
          <a:xfrm>
            <a:off x="5177451" y="1329069"/>
            <a:ext cx="5828948" cy="4029133"/>
          </a:xfrm>
          <a:prstGeom prst="rect">
            <a:avLst/>
          </a:prstGeom>
        </p:spPr>
      </p:pic>
    </p:spTree>
    <p:extLst>
      <p:ext uri="{BB962C8B-B14F-4D97-AF65-F5344CB8AC3E}">
        <p14:creationId xmlns:p14="http://schemas.microsoft.com/office/powerpoint/2010/main" val="26140164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7D379150-F6B4-45C8-BE10-6B278AD400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5" name="Rectangle 24">
            <a:extLst>
              <a:ext uri="{FF2B5EF4-FFF2-40B4-BE49-F238E27FC236}">
                <a16:creationId xmlns:a16="http://schemas.microsoft.com/office/drawing/2014/main" id="{5FFCF544-A370-4A5D-A95F-CA6E0E7191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27" name="Straight Connector 26">
            <a:extLst>
              <a:ext uri="{FF2B5EF4-FFF2-40B4-BE49-F238E27FC236}">
                <a16:creationId xmlns:a16="http://schemas.microsoft.com/office/drawing/2014/main" id="{6EEB3B97-A638-498B-8083-54191CE71E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29" name="Rectangle 28">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31" name="Rectangle 30">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1CC46C14-445C-ABEC-B5EC-05581C351F25}"/>
              </a:ext>
            </a:extLst>
          </p:cNvPr>
          <p:cNvSpPr txBox="1">
            <a:spLocks/>
          </p:cNvSpPr>
          <p:nvPr/>
        </p:nvSpPr>
        <p:spPr>
          <a:xfrm>
            <a:off x="492370" y="516835"/>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noProof="0" dirty="0">
                <a:solidFill>
                  <a:srgbClr val="FFFFFF"/>
                </a:solidFill>
              </a:rPr>
              <a:t>Analyse Préliminaire des Données</a:t>
            </a:r>
          </a:p>
        </p:txBody>
      </p:sp>
      <p:sp>
        <p:nvSpPr>
          <p:cNvPr id="3" name="Espace réservé du contenu 2">
            <a:extLst>
              <a:ext uri="{FF2B5EF4-FFF2-40B4-BE49-F238E27FC236}">
                <a16:creationId xmlns:a16="http://schemas.microsoft.com/office/drawing/2014/main" id="{87286E50-FA5C-BF29-3305-47D4F0622D0C}"/>
              </a:ext>
            </a:extLst>
          </p:cNvPr>
          <p:cNvSpPr txBox="1">
            <a:spLocks/>
          </p:cNvSpPr>
          <p:nvPr/>
        </p:nvSpPr>
        <p:spPr>
          <a:xfrm>
            <a:off x="-271812" y="2809753"/>
            <a:ext cx="4194175" cy="3335519"/>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800100" lvl="1" indent="-342900">
              <a:spcBef>
                <a:spcPts val="0"/>
              </a:spcBef>
              <a:spcAft>
                <a:spcPts val="600"/>
              </a:spcAft>
              <a:buClr>
                <a:schemeClr val="bg2">
                  <a:lumMod val="10000"/>
                </a:schemeClr>
              </a:buClr>
              <a:buSzPts val="1000"/>
              <a:buFont typeface="Wingdings" panose="05000000000000000000" pitchFamily="2" charset="2"/>
              <a:buChar char="v"/>
              <a:tabLst>
                <a:tab pos="914400" algn="l"/>
              </a:tabLst>
            </a:pPr>
            <a:r>
              <a:rPr lang="fr-FR" sz="2400" b="1" noProof="0" dirty="0">
                <a:solidFill>
                  <a:srgbClr val="FFFFFF"/>
                </a:solidFill>
              </a:rPr>
              <a:t>Traitement des colonnes :</a:t>
            </a:r>
          </a:p>
          <a:p>
            <a:pPr marL="457200" lvl="1" indent="0">
              <a:spcBef>
                <a:spcPts val="0"/>
              </a:spcBef>
              <a:spcAft>
                <a:spcPts val="600"/>
              </a:spcAft>
              <a:buSzPts val="1000"/>
              <a:buFont typeface="Calibri" panose="020F0502020204030204" pitchFamily="34" charset="0"/>
              <a:buNone/>
              <a:tabLst>
                <a:tab pos="914400" algn="l"/>
              </a:tabLst>
            </a:pPr>
            <a:endParaRPr lang="fr-FR" sz="1500" b="1" noProof="0" dirty="0">
              <a:solidFill>
                <a:srgbClr val="FFFFFF"/>
              </a:solidFill>
            </a:endParaRP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000" b="1" noProof="0" dirty="0">
                <a:solidFill>
                  <a:srgbClr val="FFFFFF"/>
                </a:solidFill>
              </a:rPr>
              <a:t>Suppression des colonnes qui se répètent</a:t>
            </a: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000" noProof="0" dirty="0">
                <a:solidFill>
                  <a:srgbClr val="FFFFFF"/>
                </a:solidFill>
              </a:rPr>
              <a:t>On passe de 32 à 25 colonnes </a:t>
            </a:r>
          </a:p>
          <a:p>
            <a:pPr marL="457200" lvl="1" indent="0">
              <a:spcBef>
                <a:spcPts val="0"/>
              </a:spcBef>
              <a:spcAft>
                <a:spcPts val="600"/>
              </a:spcAft>
              <a:buSzPts val="1000"/>
              <a:buFont typeface="Calibri" panose="020F0502020204030204" pitchFamily="34" charset="0"/>
              <a:buNone/>
              <a:tabLst>
                <a:tab pos="914400" algn="l"/>
              </a:tabLst>
            </a:pPr>
            <a:endParaRPr lang="fr-FR" sz="1500" b="1" noProof="0" dirty="0">
              <a:solidFill>
                <a:srgbClr val="FFFFFF"/>
              </a:solidFill>
            </a:endParaRPr>
          </a:p>
        </p:txBody>
      </p:sp>
      <p:sp>
        <p:nvSpPr>
          <p:cNvPr id="33" name="Rectangle 32">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pic>
        <p:nvPicPr>
          <p:cNvPr id="8" name="Image 7">
            <a:extLst>
              <a:ext uri="{FF2B5EF4-FFF2-40B4-BE49-F238E27FC236}">
                <a16:creationId xmlns:a16="http://schemas.microsoft.com/office/drawing/2014/main" id="{DCA1E48F-EEFF-7D98-7AA7-5821127372FE}"/>
              </a:ext>
            </a:extLst>
          </p:cNvPr>
          <p:cNvPicPr>
            <a:picLocks noChangeAspect="1"/>
          </p:cNvPicPr>
          <p:nvPr/>
        </p:nvPicPr>
        <p:blipFill>
          <a:blip r:embed="rId3"/>
          <a:stretch>
            <a:fillRect/>
          </a:stretch>
        </p:blipFill>
        <p:spPr>
          <a:xfrm>
            <a:off x="5287182" y="3475691"/>
            <a:ext cx="5601482" cy="3382309"/>
          </a:xfrm>
          <a:prstGeom prst="rect">
            <a:avLst/>
          </a:prstGeom>
        </p:spPr>
      </p:pic>
      <p:pic>
        <p:nvPicPr>
          <p:cNvPr id="5" name="Image 4">
            <a:extLst>
              <a:ext uri="{FF2B5EF4-FFF2-40B4-BE49-F238E27FC236}">
                <a16:creationId xmlns:a16="http://schemas.microsoft.com/office/drawing/2014/main" id="{4DC5B626-2B9A-D6D8-7901-FFBDFDCDDDF0}"/>
              </a:ext>
            </a:extLst>
          </p:cNvPr>
          <p:cNvPicPr>
            <a:picLocks noChangeAspect="1"/>
          </p:cNvPicPr>
          <p:nvPr/>
        </p:nvPicPr>
        <p:blipFill>
          <a:blip r:embed="rId4"/>
          <a:stretch>
            <a:fillRect/>
          </a:stretch>
        </p:blipFill>
        <p:spPr>
          <a:xfrm>
            <a:off x="5223174" y="494684"/>
            <a:ext cx="5711286" cy="2866299"/>
          </a:xfrm>
          <a:prstGeom prst="rect">
            <a:avLst/>
          </a:prstGeom>
        </p:spPr>
      </p:pic>
    </p:spTree>
    <p:extLst>
      <p:ext uri="{BB962C8B-B14F-4D97-AF65-F5344CB8AC3E}">
        <p14:creationId xmlns:p14="http://schemas.microsoft.com/office/powerpoint/2010/main" val="37394654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7D379150-F6B4-45C8-BE10-6B278AD400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40" name="Rectangle 39">
            <a:extLst>
              <a:ext uri="{FF2B5EF4-FFF2-40B4-BE49-F238E27FC236}">
                <a16:creationId xmlns:a16="http://schemas.microsoft.com/office/drawing/2014/main" id="{5FFCF544-A370-4A5D-A95F-CA6E0E7191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42" name="Straight Connector 41">
            <a:extLst>
              <a:ext uri="{FF2B5EF4-FFF2-40B4-BE49-F238E27FC236}">
                <a16:creationId xmlns:a16="http://schemas.microsoft.com/office/drawing/2014/main" id="{6EEB3B97-A638-498B-8083-54191CE71E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4" name="Rectangle 43">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46" name="Rectangle 45">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1CC46C14-445C-ABEC-B5EC-05581C351F25}"/>
              </a:ext>
            </a:extLst>
          </p:cNvPr>
          <p:cNvSpPr txBox="1">
            <a:spLocks/>
          </p:cNvSpPr>
          <p:nvPr/>
        </p:nvSpPr>
        <p:spPr>
          <a:xfrm>
            <a:off x="492370" y="516835"/>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noProof="0" dirty="0">
                <a:solidFill>
                  <a:srgbClr val="FFFFFF"/>
                </a:solidFill>
              </a:rPr>
              <a:t>Analyse Préliminaire des Données</a:t>
            </a:r>
          </a:p>
        </p:txBody>
      </p:sp>
      <p:sp>
        <p:nvSpPr>
          <p:cNvPr id="3" name="Espace réservé du contenu 2">
            <a:extLst>
              <a:ext uri="{FF2B5EF4-FFF2-40B4-BE49-F238E27FC236}">
                <a16:creationId xmlns:a16="http://schemas.microsoft.com/office/drawing/2014/main" id="{87286E50-FA5C-BF29-3305-47D4F0622D0C}"/>
              </a:ext>
            </a:extLst>
          </p:cNvPr>
          <p:cNvSpPr txBox="1">
            <a:spLocks/>
          </p:cNvSpPr>
          <p:nvPr/>
        </p:nvSpPr>
        <p:spPr>
          <a:xfrm>
            <a:off x="-295421" y="2809753"/>
            <a:ext cx="4104063" cy="3335519"/>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noProof="0" dirty="0">
                <a:solidFill>
                  <a:srgbClr val="FFFFFF"/>
                </a:solidFill>
              </a:rPr>
              <a:t>Traitement des colonnes :</a:t>
            </a:r>
          </a:p>
          <a:p>
            <a:pPr marL="457200" lvl="1" indent="0">
              <a:spcBef>
                <a:spcPts val="0"/>
              </a:spcBef>
              <a:spcAft>
                <a:spcPts val="600"/>
              </a:spcAft>
              <a:buSzPts val="1000"/>
              <a:buFont typeface="Calibri" panose="020F0502020204030204" pitchFamily="34" charset="0"/>
              <a:buNone/>
              <a:tabLst>
                <a:tab pos="914400" algn="l"/>
              </a:tabLst>
            </a:pPr>
            <a:endParaRPr lang="fr-FR" sz="1500" b="1" noProof="0" dirty="0">
              <a:solidFill>
                <a:srgbClr val="FFFFFF"/>
              </a:solidFill>
            </a:endParaRPr>
          </a:p>
          <a:p>
            <a:pPr marL="742950" lvl="1" indent="-28575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000" b="1" noProof="0" dirty="0">
                <a:solidFill>
                  <a:srgbClr val="FFFFFF"/>
                </a:solidFill>
              </a:rPr>
              <a:t>Analyse de la colonne additives</a:t>
            </a:r>
          </a:p>
          <a:p>
            <a:pPr marL="742950" lvl="1" indent="-28575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000" noProof="0" dirty="0">
                <a:solidFill>
                  <a:srgbClr val="FFFFFF"/>
                </a:solidFill>
              </a:rPr>
              <a:t>Cette colonne répertorie tous les additifs d’un produit, chaque additive est entre [] </a:t>
            </a:r>
          </a:p>
          <a:p>
            <a:pPr marL="742950" lvl="1" indent="-28575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000" noProof="0" dirty="0">
                <a:solidFill>
                  <a:srgbClr val="FFFFFF"/>
                </a:solidFill>
              </a:rPr>
              <a:t>On les compte et on met le chiffre dans la colonne </a:t>
            </a:r>
            <a:r>
              <a:rPr lang="fr-FR" sz="2000" noProof="0" dirty="0" err="1">
                <a:solidFill>
                  <a:srgbClr val="FFFFFF"/>
                </a:solidFill>
              </a:rPr>
              <a:t>additive_n</a:t>
            </a:r>
            <a:r>
              <a:rPr lang="fr-FR" sz="2000" noProof="0" dirty="0">
                <a:solidFill>
                  <a:srgbClr val="FFFFFF"/>
                </a:solidFill>
              </a:rPr>
              <a:t> </a:t>
            </a:r>
          </a:p>
          <a:p>
            <a:pPr marL="457200" lvl="1" indent="0">
              <a:spcBef>
                <a:spcPts val="0"/>
              </a:spcBef>
              <a:spcAft>
                <a:spcPts val="600"/>
              </a:spcAft>
              <a:buSzPts val="1000"/>
              <a:buFont typeface="Calibri" panose="020F0502020204030204" pitchFamily="34" charset="0"/>
              <a:buNone/>
              <a:tabLst>
                <a:tab pos="914400" algn="l"/>
              </a:tabLst>
            </a:pPr>
            <a:endParaRPr lang="fr-FR" sz="1500" b="1" noProof="0" dirty="0">
              <a:solidFill>
                <a:srgbClr val="FFFFFF"/>
              </a:solidFill>
            </a:endParaRPr>
          </a:p>
        </p:txBody>
      </p:sp>
      <p:sp>
        <p:nvSpPr>
          <p:cNvPr id="48" name="Rectangle 47">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pic>
        <p:nvPicPr>
          <p:cNvPr id="4" name="Image 3">
            <a:extLst>
              <a:ext uri="{FF2B5EF4-FFF2-40B4-BE49-F238E27FC236}">
                <a16:creationId xmlns:a16="http://schemas.microsoft.com/office/drawing/2014/main" id="{B4E55DD5-D45B-355D-6CBB-EC1106DEEC03}"/>
              </a:ext>
            </a:extLst>
          </p:cNvPr>
          <p:cNvPicPr>
            <a:picLocks noChangeAspect="1"/>
          </p:cNvPicPr>
          <p:nvPr/>
        </p:nvPicPr>
        <p:blipFill>
          <a:blip r:embed="rId3"/>
          <a:stretch>
            <a:fillRect/>
          </a:stretch>
        </p:blipFill>
        <p:spPr>
          <a:xfrm>
            <a:off x="4742017" y="888217"/>
            <a:ext cx="6798082" cy="5081566"/>
          </a:xfrm>
          <a:prstGeom prst="rect">
            <a:avLst/>
          </a:prstGeom>
        </p:spPr>
      </p:pic>
    </p:spTree>
    <p:extLst>
      <p:ext uri="{BB962C8B-B14F-4D97-AF65-F5344CB8AC3E}">
        <p14:creationId xmlns:p14="http://schemas.microsoft.com/office/powerpoint/2010/main" val="3723506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076ED2C-9D32-E50A-3CC7-E6FE9EDAB28F}"/>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9F20CFD0-2017-D5FB-3902-03A73D2E93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40" name="Rectangle 39">
            <a:extLst>
              <a:ext uri="{FF2B5EF4-FFF2-40B4-BE49-F238E27FC236}">
                <a16:creationId xmlns:a16="http://schemas.microsoft.com/office/drawing/2014/main" id="{246BDC4E-C360-375D-0E2D-CED77E523B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42" name="Straight Connector 41">
            <a:extLst>
              <a:ext uri="{FF2B5EF4-FFF2-40B4-BE49-F238E27FC236}">
                <a16:creationId xmlns:a16="http://schemas.microsoft.com/office/drawing/2014/main" id="{CF67E6A2-21A5-8AFB-5C88-D3771391A83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4" name="Rectangle 43">
            <a:extLst>
              <a:ext uri="{FF2B5EF4-FFF2-40B4-BE49-F238E27FC236}">
                <a16:creationId xmlns:a16="http://schemas.microsoft.com/office/drawing/2014/main" id="{37A6A611-D846-F632-C712-8B30EB4E5B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46" name="Rectangle 45">
            <a:extLst>
              <a:ext uri="{FF2B5EF4-FFF2-40B4-BE49-F238E27FC236}">
                <a16:creationId xmlns:a16="http://schemas.microsoft.com/office/drawing/2014/main" id="{3A9FBA5B-02E7-3382-7D82-897B296D81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C15563F5-F31D-03CC-AD38-26CA5591E41B}"/>
              </a:ext>
            </a:extLst>
          </p:cNvPr>
          <p:cNvSpPr txBox="1">
            <a:spLocks/>
          </p:cNvSpPr>
          <p:nvPr/>
        </p:nvSpPr>
        <p:spPr>
          <a:xfrm>
            <a:off x="358469" y="-259342"/>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noProof="0" dirty="0">
                <a:solidFill>
                  <a:srgbClr val="FFFFFF"/>
                </a:solidFill>
              </a:rPr>
              <a:t>Analyse Approfondie</a:t>
            </a:r>
          </a:p>
        </p:txBody>
      </p:sp>
      <p:sp>
        <p:nvSpPr>
          <p:cNvPr id="3" name="Espace réservé du contenu 2">
            <a:extLst>
              <a:ext uri="{FF2B5EF4-FFF2-40B4-BE49-F238E27FC236}">
                <a16:creationId xmlns:a16="http://schemas.microsoft.com/office/drawing/2014/main" id="{6DC8F195-9B7B-6844-C18B-05D000A33D9F}"/>
              </a:ext>
            </a:extLst>
          </p:cNvPr>
          <p:cNvSpPr txBox="1">
            <a:spLocks/>
          </p:cNvSpPr>
          <p:nvPr/>
        </p:nvSpPr>
        <p:spPr>
          <a:xfrm>
            <a:off x="106326" y="2005619"/>
            <a:ext cx="3856040" cy="4090014"/>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Traitement des colonnes :</a:t>
            </a:r>
          </a:p>
          <a:p>
            <a:pPr marL="457200" lvl="1" indent="0">
              <a:spcBef>
                <a:spcPts val="0"/>
              </a:spcBef>
              <a:spcAft>
                <a:spcPts val="600"/>
              </a:spcAft>
              <a:buSzPts val="1000"/>
              <a:buFont typeface="Calibri" panose="020F0502020204030204" pitchFamily="34" charset="0"/>
              <a:buNone/>
              <a:tabLst>
                <a:tab pos="914400" algn="l"/>
              </a:tabLst>
            </a:pPr>
            <a:endParaRPr lang="fr-FR" sz="2400" b="1" dirty="0">
              <a:solidFill>
                <a:srgbClr val="FFFFFF"/>
              </a:solidFill>
            </a:endParaRP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Analyses univariées : </a:t>
            </a:r>
          </a:p>
          <a:p>
            <a:pPr marL="0" lvl="1" indent="0">
              <a:lnSpc>
                <a:spcPct val="110000"/>
              </a:lnSpc>
              <a:spcBef>
                <a:spcPts val="0"/>
              </a:spcBef>
              <a:spcAft>
                <a:spcPts val="600"/>
              </a:spcAft>
              <a:buSzPts val="1000"/>
              <a:buFont typeface="Calibri" panose="020F0502020204030204" pitchFamily="34" charset="0"/>
              <a:buNone/>
              <a:tabLst>
                <a:tab pos="914400" algn="l"/>
              </a:tabLst>
            </a:pPr>
            <a:r>
              <a:rPr lang="fr-FR" sz="1400" b="1" dirty="0">
                <a:solidFill>
                  <a:srgbClr val="FFFFFF"/>
                </a:solidFill>
              </a:rPr>
              <a:t>  Création d’une fonction </a:t>
            </a:r>
            <a:r>
              <a:rPr lang="fr-FR" sz="1400" b="1" dirty="0" err="1">
                <a:solidFill>
                  <a:srgbClr val="FFFFFF"/>
                </a:solidFill>
              </a:rPr>
              <a:t>remove_outliers_keep_nans</a:t>
            </a:r>
            <a:r>
              <a:rPr lang="fr-FR" sz="1400" b="1" dirty="0">
                <a:solidFill>
                  <a:srgbClr val="FFFFFF"/>
                </a:solidFill>
              </a:rPr>
              <a:t>  qui permet de : </a:t>
            </a:r>
          </a:p>
          <a:p>
            <a:pPr marL="1143000" lvl="1" indent="-685800">
              <a:lnSpc>
                <a:spcPct val="110000"/>
              </a:lnSpc>
              <a:spcBef>
                <a:spcPts val="0"/>
              </a:spcBef>
              <a:spcAft>
                <a:spcPts val="600"/>
              </a:spcAft>
              <a:buClr>
                <a:schemeClr val="tx2">
                  <a:lumMod val="50000"/>
                </a:schemeClr>
              </a:buClr>
              <a:buSzPts val="1000"/>
              <a:buFont typeface="Wingdings" panose="05000000000000000000" pitchFamily="2" charset="2"/>
              <a:buChar char="Ø"/>
              <a:tabLst>
                <a:tab pos="914400" algn="l"/>
              </a:tabLst>
            </a:pPr>
            <a:r>
              <a:rPr lang="fr-FR" sz="1400" b="1" dirty="0">
                <a:solidFill>
                  <a:srgbClr val="FFFFFF"/>
                </a:solidFill>
              </a:rPr>
              <a:t>Supprimer les valeurs aberrantes pour chaque variable sélectionnée.</a:t>
            </a:r>
          </a:p>
          <a:p>
            <a:pPr marL="1143000" lvl="1" indent="-685800">
              <a:lnSpc>
                <a:spcPct val="110000"/>
              </a:lnSpc>
              <a:spcBef>
                <a:spcPts val="0"/>
              </a:spcBef>
              <a:spcAft>
                <a:spcPts val="600"/>
              </a:spcAft>
              <a:buClr>
                <a:schemeClr val="tx2">
                  <a:lumMod val="50000"/>
                </a:schemeClr>
              </a:buClr>
              <a:buSzPts val="1000"/>
              <a:buFont typeface="Wingdings" panose="05000000000000000000" pitchFamily="2" charset="2"/>
              <a:buChar char="Ø"/>
              <a:tabLst>
                <a:tab pos="914400" algn="l"/>
              </a:tabLst>
            </a:pPr>
            <a:r>
              <a:rPr lang="fr-FR" sz="1400" b="1" dirty="0">
                <a:solidFill>
                  <a:srgbClr val="FFFFFF"/>
                </a:solidFill>
              </a:rPr>
              <a:t>d’afficher les statistiques descriptives avant et après suppression des </a:t>
            </a:r>
            <a:r>
              <a:rPr lang="fr-FR" sz="1400" b="1" dirty="0" err="1">
                <a:solidFill>
                  <a:srgbClr val="FFFFFF"/>
                </a:solidFill>
              </a:rPr>
              <a:t>outliers</a:t>
            </a:r>
            <a:r>
              <a:rPr lang="fr-FR" sz="1400" b="1" dirty="0">
                <a:solidFill>
                  <a:srgbClr val="FFFFFF"/>
                </a:solidFill>
              </a:rPr>
              <a:t> </a:t>
            </a:r>
          </a:p>
          <a:p>
            <a:pPr marL="1143000" lvl="1" indent="-685800">
              <a:lnSpc>
                <a:spcPct val="110000"/>
              </a:lnSpc>
              <a:spcBef>
                <a:spcPts val="0"/>
              </a:spcBef>
              <a:spcAft>
                <a:spcPts val="600"/>
              </a:spcAft>
              <a:buClr>
                <a:schemeClr val="tx2">
                  <a:lumMod val="50000"/>
                </a:schemeClr>
              </a:buClr>
              <a:buSzPts val="1000"/>
              <a:buFont typeface="Wingdings" panose="05000000000000000000" pitchFamily="2" charset="2"/>
              <a:buChar char="Ø"/>
              <a:tabLst>
                <a:tab pos="914400" algn="l"/>
              </a:tabLst>
            </a:pPr>
            <a:r>
              <a:rPr lang="fr-FR" sz="1400" b="1" dirty="0">
                <a:solidFill>
                  <a:srgbClr val="FFFFFF"/>
                </a:solidFill>
              </a:rPr>
              <a:t>Conserver les nans </a:t>
            </a:r>
          </a:p>
          <a:p>
            <a:pPr marL="0" lvl="1" indent="0">
              <a:lnSpc>
                <a:spcPct val="110000"/>
              </a:lnSpc>
              <a:spcBef>
                <a:spcPts val="0"/>
              </a:spcBef>
              <a:spcAft>
                <a:spcPts val="600"/>
              </a:spcAft>
              <a:buSzPts val="1000"/>
              <a:buFont typeface="Calibri" panose="020F0502020204030204" pitchFamily="34" charset="0"/>
              <a:buNone/>
              <a:tabLst>
                <a:tab pos="914400" algn="l"/>
              </a:tabLst>
            </a:pPr>
            <a:endParaRPr lang="fr-FR" sz="1400" b="1" noProof="0" dirty="0">
              <a:solidFill>
                <a:srgbClr val="FFFFFF"/>
              </a:solidFill>
            </a:endParaRPr>
          </a:p>
        </p:txBody>
      </p:sp>
      <p:sp>
        <p:nvSpPr>
          <p:cNvPr id="48" name="Rectangle 47">
            <a:extLst>
              <a:ext uri="{FF2B5EF4-FFF2-40B4-BE49-F238E27FC236}">
                <a16:creationId xmlns:a16="http://schemas.microsoft.com/office/drawing/2014/main" id="{299A6484-E53A-ED6E-815C-DDCED4D0FF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pic>
        <p:nvPicPr>
          <p:cNvPr id="5" name="Image 4">
            <a:extLst>
              <a:ext uri="{FF2B5EF4-FFF2-40B4-BE49-F238E27FC236}">
                <a16:creationId xmlns:a16="http://schemas.microsoft.com/office/drawing/2014/main" id="{812A5E09-9C21-26BE-8C7C-19E0A34DB06F}"/>
              </a:ext>
            </a:extLst>
          </p:cNvPr>
          <p:cNvPicPr>
            <a:picLocks noChangeAspect="1"/>
          </p:cNvPicPr>
          <p:nvPr/>
        </p:nvPicPr>
        <p:blipFill>
          <a:blip r:embed="rId3"/>
          <a:stretch>
            <a:fillRect/>
          </a:stretch>
        </p:blipFill>
        <p:spPr>
          <a:xfrm>
            <a:off x="4939142" y="106326"/>
            <a:ext cx="6230287" cy="6858000"/>
          </a:xfrm>
          <a:prstGeom prst="rect">
            <a:avLst/>
          </a:prstGeom>
        </p:spPr>
      </p:pic>
    </p:spTree>
    <p:extLst>
      <p:ext uri="{BB962C8B-B14F-4D97-AF65-F5344CB8AC3E}">
        <p14:creationId xmlns:p14="http://schemas.microsoft.com/office/powerpoint/2010/main" val="33493618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CE55D71-CF5B-8C9B-8589-750EBE73937F}"/>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AF78096F-38FE-04F8-8093-56E3E69C23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40" name="Rectangle 39">
            <a:extLst>
              <a:ext uri="{FF2B5EF4-FFF2-40B4-BE49-F238E27FC236}">
                <a16:creationId xmlns:a16="http://schemas.microsoft.com/office/drawing/2014/main" id="{8AF408B2-76A8-1B9A-EBAE-79C911201B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42" name="Straight Connector 41">
            <a:extLst>
              <a:ext uri="{FF2B5EF4-FFF2-40B4-BE49-F238E27FC236}">
                <a16:creationId xmlns:a16="http://schemas.microsoft.com/office/drawing/2014/main" id="{CA77A36A-3B25-D01F-68EB-FB758D0B2D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4" name="Rectangle 43">
            <a:extLst>
              <a:ext uri="{FF2B5EF4-FFF2-40B4-BE49-F238E27FC236}">
                <a16:creationId xmlns:a16="http://schemas.microsoft.com/office/drawing/2014/main" id="{FEB88F26-E995-42AA-2981-61D0BA0585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46" name="Rectangle 45">
            <a:extLst>
              <a:ext uri="{FF2B5EF4-FFF2-40B4-BE49-F238E27FC236}">
                <a16:creationId xmlns:a16="http://schemas.microsoft.com/office/drawing/2014/main" id="{B6264B0D-BECC-0C0B-8B8D-12AD904A15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EA30696F-AC50-12D6-0006-1358D1D10FB3}"/>
              </a:ext>
            </a:extLst>
          </p:cNvPr>
          <p:cNvSpPr txBox="1">
            <a:spLocks/>
          </p:cNvSpPr>
          <p:nvPr/>
        </p:nvSpPr>
        <p:spPr>
          <a:xfrm>
            <a:off x="358469" y="-259342"/>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noProof="0" dirty="0">
                <a:solidFill>
                  <a:srgbClr val="FFFFFF"/>
                </a:solidFill>
              </a:rPr>
              <a:t>Analyse Approfondie</a:t>
            </a:r>
          </a:p>
        </p:txBody>
      </p:sp>
      <p:sp>
        <p:nvSpPr>
          <p:cNvPr id="3" name="Espace réservé du contenu 2">
            <a:extLst>
              <a:ext uri="{FF2B5EF4-FFF2-40B4-BE49-F238E27FC236}">
                <a16:creationId xmlns:a16="http://schemas.microsoft.com/office/drawing/2014/main" id="{10DD4B8A-4B32-0F69-1C33-F4C35B261479}"/>
              </a:ext>
            </a:extLst>
          </p:cNvPr>
          <p:cNvSpPr txBox="1">
            <a:spLocks/>
          </p:cNvSpPr>
          <p:nvPr/>
        </p:nvSpPr>
        <p:spPr>
          <a:xfrm>
            <a:off x="106326" y="2005619"/>
            <a:ext cx="3856040" cy="4090014"/>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Traitement des colonnes :</a:t>
            </a:r>
          </a:p>
          <a:p>
            <a:pPr marL="457200" lvl="1" indent="0">
              <a:spcBef>
                <a:spcPts val="0"/>
              </a:spcBef>
              <a:spcAft>
                <a:spcPts val="600"/>
              </a:spcAft>
              <a:buSzPts val="1000"/>
              <a:buFont typeface="Calibri" panose="020F0502020204030204" pitchFamily="34" charset="0"/>
              <a:buNone/>
              <a:tabLst>
                <a:tab pos="914400" algn="l"/>
              </a:tabLst>
            </a:pPr>
            <a:endParaRPr lang="fr-FR" sz="2400" b="1" dirty="0">
              <a:solidFill>
                <a:srgbClr val="FFFFFF"/>
              </a:solidFill>
            </a:endParaRP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Analyses univariées : </a:t>
            </a:r>
          </a:p>
          <a:p>
            <a:pPr marL="0" lvl="1" indent="0">
              <a:lnSpc>
                <a:spcPct val="110000"/>
              </a:lnSpc>
              <a:spcBef>
                <a:spcPts val="0"/>
              </a:spcBef>
              <a:spcAft>
                <a:spcPts val="600"/>
              </a:spcAft>
              <a:buSzPts val="1000"/>
              <a:buFont typeface="Calibri" panose="020F0502020204030204" pitchFamily="34" charset="0"/>
              <a:buNone/>
              <a:tabLst>
                <a:tab pos="914400" algn="l"/>
              </a:tabLst>
            </a:pPr>
            <a:r>
              <a:rPr lang="fr-FR" sz="1400" b="1" dirty="0">
                <a:solidFill>
                  <a:srgbClr val="FFFFFF"/>
                </a:solidFill>
              </a:rPr>
              <a:t>  Création d’une fonction </a:t>
            </a:r>
            <a:r>
              <a:rPr lang="fr-FR" sz="1400" b="1" dirty="0" err="1">
                <a:solidFill>
                  <a:srgbClr val="FFFFFF"/>
                </a:solidFill>
              </a:rPr>
              <a:t>remove_outliers_keep_nans</a:t>
            </a:r>
            <a:r>
              <a:rPr lang="fr-FR" sz="1400" b="1" dirty="0">
                <a:solidFill>
                  <a:srgbClr val="FFFFFF"/>
                </a:solidFill>
              </a:rPr>
              <a:t>  qui permet de : </a:t>
            </a:r>
          </a:p>
          <a:p>
            <a:pPr marL="1143000" lvl="1" indent="-685800">
              <a:lnSpc>
                <a:spcPct val="110000"/>
              </a:lnSpc>
              <a:spcBef>
                <a:spcPts val="0"/>
              </a:spcBef>
              <a:spcAft>
                <a:spcPts val="600"/>
              </a:spcAft>
              <a:buClr>
                <a:schemeClr val="tx2">
                  <a:lumMod val="50000"/>
                </a:schemeClr>
              </a:buClr>
              <a:buSzPts val="1000"/>
              <a:buFont typeface="Wingdings" panose="05000000000000000000" pitchFamily="2" charset="2"/>
              <a:buChar char="Ø"/>
              <a:tabLst>
                <a:tab pos="914400" algn="l"/>
              </a:tabLst>
            </a:pPr>
            <a:r>
              <a:rPr lang="fr-FR" sz="1400" b="1" dirty="0">
                <a:solidFill>
                  <a:srgbClr val="FFFFFF"/>
                </a:solidFill>
              </a:rPr>
              <a:t>Supprimer les valeurs aberrantes pour chaque variable sélectionnée.</a:t>
            </a:r>
          </a:p>
          <a:p>
            <a:pPr marL="1143000" lvl="1" indent="-685800">
              <a:lnSpc>
                <a:spcPct val="110000"/>
              </a:lnSpc>
              <a:spcBef>
                <a:spcPts val="0"/>
              </a:spcBef>
              <a:spcAft>
                <a:spcPts val="600"/>
              </a:spcAft>
              <a:buClr>
                <a:schemeClr val="tx2">
                  <a:lumMod val="50000"/>
                </a:schemeClr>
              </a:buClr>
              <a:buSzPts val="1000"/>
              <a:buFont typeface="Wingdings" panose="05000000000000000000" pitchFamily="2" charset="2"/>
              <a:buChar char="Ø"/>
              <a:tabLst>
                <a:tab pos="914400" algn="l"/>
              </a:tabLst>
            </a:pPr>
            <a:r>
              <a:rPr lang="fr-FR" sz="1400" b="1" dirty="0">
                <a:solidFill>
                  <a:srgbClr val="FFFFFF"/>
                </a:solidFill>
              </a:rPr>
              <a:t>d’afficher les statistiques descriptives avant et après suppression des </a:t>
            </a:r>
            <a:r>
              <a:rPr lang="fr-FR" sz="1400" b="1" dirty="0" err="1">
                <a:solidFill>
                  <a:srgbClr val="FFFFFF"/>
                </a:solidFill>
              </a:rPr>
              <a:t>outliers</a:t>
            </a:r>
            <a:r>
              <a:rPr lang="fr-FR" sz="1400" b="1" dirty="0">
                <a:solidFill>
                  <a:srgbClr val="FFFFFF"/>
                </a:solidFill>
              </a:rPr>
              <a:t> </a:t>
            </a:r>
          </a:p>
          <a:p>
            <a:pPr marL="1143000" lvl="1" indent="-685800">
              <a:lnSpc>
                <a:spcPct val="110000"/>
              </a:lnSpc>
              <a:spcBef>
                <a:spcPts val="0"/>
              </a:spcBef>
              <a:spcAft>
                <a:spcPts val="600"/>
              </a:spcAft>
              <a:buClr>
                <a:schemeClr val="tx2">
                  <a:lumMod val="50000"/>
                </a:schemeClr>
              </a:buClr>
              <a:buSzPts val="1000"/>
              <a:buFont typeface="Wingdings" panose="05000000000000000000" pitchFamily="2" charset="2"/>
              <a:buChar char="Ø"/>
              <a:tabLst>
                <a:tab pos="914400" algn="l"/>
              </a:tabLst>
            </a:pPr>
            <a:r>
              <a:rPr lang="fr-FR" sz="1400" b="1" dirty="0">
                <a:solidFill>
                  <a:srgbClr val="FFFFFF"/>
                </a:solidFill>
              </a:rPr>
              <a:t>Conserver les nans </a:t>
            </a:r>
          </a:p>
          <a:p>
            <a:pPr marL="0" lvl="1" indent="0">
              <a:lnSpc>
                <a:spcPct val="110000"/>
              </a:lnSpc>
              <a:spcBef>
                <a:spcPts val="0"/>
              </a:spcBef>
              <a:spcAft>
                <a:spcPts val="600"/>
              </a:spcAft>
              <a:buSzPts val="1000"/>
              <a:buFont typeface="Calibri" panose="020F0502020204030204" pitchFamily="34" charset="0"/>
              <a:buNone/>
              <a:tabLst>
                <a:tab pos="914400" algn="l"/>
              </a:tabLst>
            </a:pPr>
            <a:endParaRPr lang="fr-FR" sz="1400" b="1" noProof="0" dirty="0">
              <a:solidFill>
                <a:srgbClr val="FFFFFF"/>
              </a:solidFill>
            </a:endParaRPr>
          </a:p>
        </p:txBody>
      </p:sp>
      <p:sp>
        <p:nvSpPr>
          <p:cNvPr id="48" name="Rectangle 47">
            <a:extLst>
              <a:ext uri="{FF2B5EF4-FFF2-40B4-BE49-F238E27FC236}">
                <a16:creationId xmlns:a16="http://schemas.microsoft.com/office/drawing/2014/main" id="{62958B58-C8F7-0DD6-9A03-87D6F7887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pic>
        <p:nvPicPr>
          <p:cNvPr id="6" name="Image 5">
            <a:extLst>
              <a:ext uri="{FF2B5EF4-FFF2-40B4-BE49-F238E27FC236}">
                <a16:creationId xmlns:a16="http://schemas.microsoft.com/office/drawing/2014/main" id="{97001C48-0D7D-A805-6C4A-F2220699972E}"/>
              </a:ext>
            </a:extLst>
          </p:cNvPr>
          <p:cNvPicPr>
            <a:picLocks noChangeAspect="1"/>
          </p:cNvPicPr>
          <p:nvPr/>
        </p:nvPicPr>
        <p:blipFill>
          <a:blip r:embed="rId3"/>
          <a:stretch>
            <a:fillRect/>
          </a:stretch>
        </p:blipFill>
        <p:spPr>
          <a:xfrm>
            <a:off x="4320819" y="323185"/>
            <a:ext cx="3034532" cy="3105815"/>
          </a:xfrm>
          <a:prstGeom prst="rect">
            <a:avLst/>
          </a:prstGeom>
        </p:spPr>
      </p:pic>
      <p:pic>
        <p:nvPicPr>
          <p:cNvPr id="8" name="Image 7">
            <a:extLst>
              <a:ext uri="{FF2B5EF4-FFF2-40B4-BE49-F238E27FC236}">
                <a16:creationId xmlns:a16="http://schemas.microsoft.com/office/drawing/2014/main" id="{B4379413-4115-423A-5546-0C5385D9423A}"/>
              </a:ext>
            </a:extLst>
          </p:cNvPr>
          <p:cNvPicPr>
            <a:picLocks noChangeAspect="1"/>
          </p:cNvPicPr>
          <p:nvPr/>
        </p:nvPicPr>
        <p:blipFill>
          <a:blip r:embed="rId4"/>
          <a:stretch>
            <a:fillRect/>
          </a:stretch>
        </p:blipFill>
        <p:spPr>
          <a:xfrm>
            <a:off x="7483368" y="271154"/>
            <a:ext cx="3287201" cy="3205303"/>
          </a:xfrm>
          <a:prstGeom prst="rect">
            <a:avLst/>
          </a:prstGeom>
        </p:spPr>
      </p:pic>
      <p:pic>
        <p:nvPicPr>
          <p:cNvPr id="10" name="Image 9">
            <a:extLst>
              <a:ext uri="{FF2B5EF4-FFF2-40B4-BE49-F238E27FC236}">
                <a16:creationId xmlns:a16="http://schemas.microsoft.com/office/drawing/2014/main" id="{8349393F-9C71-032E-EAED-7D8E30299C75}"/>
              </a:ext>
            </a:extLst>
          </p:cNvPr>
          <p:cNvPicPr>
            <a:picLocks noChangeAspect="1"/>
          </p:cNvPicPr>
          <p:nvPr/>
        </p:nvPicPr>
        <p:blipFill>
          <a:blip r:embed="rId5"/>
          <a:stretch>
            <a:fillRect/>
          </a:stretch>
        </p:blipFill>
        <p:spPr>
          <a:xfrm>
            <a:off x="4373901" y="3546211"/>
            <a:ext cx="2619741" cy="2988603"/>
          </a:xfrm>
          <a:prstGeom prst="rect">
            <a:avLst/>
          </a:prstGeom>
        </p:spPr>
      </p:pic>
      <p:pic>
        <p:nvPicPr>
          <p:cNvPr id="12" name="Image 11">
            <a:extLst>
              <a:ext uri="{FF2B5EF4-FFF2-40B4-BE49-F238E27FC236}">
                <a16:creationId xmlns:a16="http://schemas.microsoft.com/office/drawing/2014/main" id="{86237DED-9153-3EAC-41D4-D840B1C1C23F}"/>
              </a:ext>
            </a:extLst>
          </p:cNvPr>
          <p:cNvPicPr>
            <a:picLocks noChangeAspect="1"/>
          </p:cNvPicPr>
          <p:nvPr/>
        </p:nvPicPr>
        <p:blipFill>
          <a:blip r:embed="rId6"/>
          <a:stretch>
            <a:fillRect/>
          </a:stretch>
        </p:blipFill>
        <p:spPr>
          <a:xfrm>
            <a:off x="7483368" y="3513483"/>
            <a:ext cx="2619741" cy="3021331"/>
          </a:xfrm>
          <a:prstGeom prst="rect">
            <a:avLst/>
          </a:prstGeom>
        </p:spPr>
      </p:pic>
    </p:spTree>
    <p:extLst>
      <p:ext uri="{BB962C8B-B14F-4D97-AF65-F5344CB8AC3E}">
        <p14:creationId xmlns:p14="http://schemas.microsoft.com/office/powerpoint/2010/main" val="23734585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DB46765-D7CA-B8A4-3997-A7BCE530DE6C}"/>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EBB88A20-B674-A233-432D-F457F46082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40" name="Rectangle 39">
            <a:extLst>
              <a:ext uri="{FF2B5EF4-FFF2-40B4-BE49-F238E27FC236}">
                <a16:creationId xmlns:a16="http://schemas.microsoft.com/office/drawing/2014/main" id="{75B77E86-25EC-56DC-0ACA-10D72CAAD0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42" name="Straight Connector 41">
            <a:extLst>
              <a:ext uri="{FF2B5EF4-FFF2-40B4-BE49-F238E27FC236}">
                <a16:creationId xmlns:a16="http://schemas.microsoft.com/office/drawing/2014/main" id="{8BE6A6C8-BEE7-ECBF-E9DC-C7BD405C66B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4" name="Rectangle 43">
            <a:extLst>
              <a:ext uri="{FF2B5EF4-FFF2-40B4-BE49-F238E27FC236}">
                <a16:creationId xmlns:a16="http://schemas.microsoft.com/office/drawing/2014/main" id="{C1E08DBD-657E-9E12-621B-6A3BBFDB38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46" name="Rectangle 45">
            <a:extLst>
              <a:ext uri="{FF2B5EF4-FFF2-40B4-BE49-F238E27FC236}">
                <a16:creationId xmlns:a16="http://schemas.microsoft.com/office/drawing/2014/main" id="{967EB8B1-AF7F-9270-3643-A04168F8EE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410055C4-E970-C23C-B90F-F52574742010}"/>
              </a:ext>
            </a:extLst>
          </p:cNvPr>
          <p:cNvSpPr txBox="1">
            <a:spLocks/>
          </p:cNvSpPr>
          <p:nvPr/>
        </p:nvSpPr>
        <p:spPr>
          <a:xfrm>
            <a:off x="358469" y="-259342"/>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noProof="0" dirty="0">
                <a:solidFill>
                  <a:srgbClr val="FFFFFF"/>
                </a:solidFill>
              </a:rPr>
              <a:t>Analyse Approfondie</a:t>
            </a:r>
          </a:p>
        </p:txBody>
      </p:sp>
      <p:sp>
        <p:nvSpPr>
          <p:cNvPr id="3" name="Espace réservé du contenu 2">
            <a:extLst>
              <a:ext uri="{FF2B5EF4-FFF2-40B4-BE49-F238E27FC236}">
                <a16:creationId xmlns:a16="http://schemas.microsoft.com/office/drawing/2014/main" id="{E4E96D6E-4C32-EF32-120E-976030A4CDEF}"/>
              </a:ext>
            </a:extLst>
          </p:cNvPr>
          <p:cNvSpPr txBox="1">
            <a:spLocks/>
          </p:cNvSpPr>
          <p:nvPr/>
        </p:nvSpPr>
        <p:spPr>
          <a:xfrm>
            <a:off x="106326" y="2005619"/>
            <a:ext cx="3856040" cy="4090014"/>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Traitement des colonnes :</a:t>
            </a:r>
          </a:p>
          <a:p>
            <a:pPr marL="457200" lvl="1" indent="0">
              <a:spcBef>
                <a:spcPts val="0"/>
              </a:spcBef>
              <a:spcAft>
                <a:spcPts val="600"/>
              </a:spcAft>
              <a:buSzPts val="1000"/>
              <a:buFont typeface="Calibri" panose="020F0502020204030204" pitchFamily="34" charset="0"/>
              <a:buNone/>
              <a:tabLst>
                <a:tab pos="914400" algn="l"/>
              </a:tabLst>
            </a:pPr>
            <a:endParaRPr lang="fr-FR" sz="2400" b="1" dirty="0">
              <a:solidFill>
                <a:srgbClr val="FFFFFF"/>
              </a:solidFill>
            </a:endParaRP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Analyses univariées :</a:t>
            </a: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400" b="1" dirty="0">
                <a:solidFill>
                  <a:srgbClr val="FFFFFF"/>
                </a:solidFill>
              </a:rPr>
              <a:t>Analyse du </a:t>
            </a:r>
            <a:r>
              <a:rPr lang="fr-FR" sz="2400" b="1" dirty="0" err="1">
                <a:solidFill>
                  <a:srgbClr val="FFFFFF"/>
                </a:solidFill>
              </a:rPr>
              <a:t>Skewness</a:t>
            </a:r>
            <a:r>
              <a:rPr lang="fr-FR" sz="2400" b="1" dirty="0">
                <a:solidFill>
                  <a:srgbClr val="FFFFFF"/>
                </a:solidFill>
              </a:rPr>
              <a:t>, Kurtosis et test de normalité (Shapiro-</a:t>
            </a:r>
            <a:r>
              <a:rPr lang="fr-FR" sz="2400" b="1" dirty="0" err="1">
                <a:solidFill>
                  <a:srgbClr val="FFFFFF"/>
                </a:solidFill>
              </a:rPr>
              <a:t>Wilk</a:t>
            </a:r>
            <a:r>
              <a:rPr lang="fr-FR" sz="2400" b="1" dirty="0">
                <a:solidFill>
                  <a:srgbClr val="FFFFFF"/>
                </a:solidFill>
              </a:rPr>
              <a:t>)</a:t>
            </a:r>
          </a:p>
          <a:p>
            <a:pPr marL="0" lvl="1" indent="0">
              <a:lnSpc>
                <a:spcPct val="110000"/>
              </a:lnSpc>
              <a:spcBef>
                <a:spcPts val="0"/>
              </a:spcBef>
              <a:spcAft>
                <a:spcPts val="600"/>
              </a:spcAft>
              <a:buSzPts val="1000"/>
              <a:buFont typeface="Calibri" panose="020F0502020204030204" pitchFamily="34" charset="0"/>
              <a:buNone/>
              <a:tabLst>
                <a:tab pos="914400" algn="l"/>
              </a:tabLst>
            </a:pPr>
            <a:r>
              <a:rPr lang="fr-FR" sz="1400" b="1" dirty="0">
                <a:solidFill>
                  <a:srgbClr val="FFFFFF"/>
                </a:solidFill>
              </a:rPr>
              <a:t> </a:t>
            </a:r>
          </a:p>
          <a:p>
            <a:pPr marL="0" lvl="1" indent="0">
              <a:lnSpc>
                <a:spcPct val="110000"/>
              </a:lnSpc>
              <a:spcBef>
                <a:spcPts val="0"/>
              </a:spcBef>
              <a:spcAft>
                <a:spcPts val="600"/>
              </a:spcAft>
              <a:buSzPts val="1000"/>
              <a:buFont typeface="Calibri" panose="020F0502020204030204" pitchFamily="34" charset="0"/>
              <a:buNone/>
              <a:tabLst>
                <a:tab pos="914400" algn="l"/>
              </a:tabLst>
            </a:pPr>
            <a:endParaRPr lang="fr-FR" sz="1400" b="1" noProof="0" dirty="0">
              <a:solidFill>
                <a:srgbClr val="FFFFFF"/>
              </a:solidFill>
            </a:endParaRPr>
          </a:p>
        </p:txBody>
      </p:sp>
      <p:sp>
        <p:nvSpPr>
          <p:cNvPr id="48" name="Rectangle 47">
            <a:extLst>
              <a:ext uri="{FF2B5EF4-FFF2-40B4-BE49-F238E27FC236}">
                <a16:creationId xmlns:a16="http://schemas.microsoft.com/office/drawing/2014/main" id="{16BE576D-F365-A298-563F-D5FA6A20C8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pic>
        <p:nvPicPr>
          <p:cNvPr id="5" name="Image 4">
            <a:extLst>
              <a:ext uri="{FF2B5EF4-FFF2-40B4-BE49-F238E27FC236}">
                <a16:creationId xmlns:a16="http://schemas.microsoft.com/office/drawing/2014/main" id="{3B161781-B31B-65E8-B7B3-34998C07011A}"/>
              </a:ext>
            </a:extLst>
          </p:cNvPr>
          <p:cNvPicPr>
            <a:picLocks noChangeAspect="1"/>
          </p:cNvPicPr>
          <p:nvPr/>
        </p:nvPicPr>
        <p:blipFill>
          <a:blip r:embed="rId3"/>
          <a:stretch>
            <a:fillRect/>
          </a:stretch>
        </p:blipFill>
        <p:spPr>
          <a:xfrm>
            <a:off x="4172735" y="1271801"/>
            <a:ext cx="7912939" cy="3419171"/>
          </a:xfrm>
          <a:prstGeom prst="rect">
            <a:avLst/>
          </a:prstGeom>
        </p:spPr>
      </p:pic>
    </p:spTree>
    <p:extLst>
      <p:ext uri="{BB962C8B-B14F-4D97-AF65-F5344CB8AC3E}">
        <p14:creationId xmlns:p14="http://schemas.microsoft.com/office/powerpoint/2010/main" val="30797899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022A360-2EB5-240E-38E6-A7691D946F0B}"/>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D779E820-5C6B-A466-F0AC-76FCAEE9D0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40" name="Rectangle 39">
            <a:extLst>
              <a:ext uri="{FF2B5EF4-FFF2-40B4-BE49-F238E27FC236}">
                <a16:creationId xmlns:a16="http://schemas.microsoft.com/office/drawing/2014/main" id="{A27AE2DA-5773-6E46-A5E4-3B832A79B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42" name="Straight Connector 41">
            <a:extLst>
              <a:ext uri="{FF2B5EF4-FFF2-40B4-BE49-F238E27FC236}">
                <a16:creationId xmlns:a16="http://schemas.microsoft.com/office/drawing/2014/main" id="{BC7A98BF-6581-FA1F-9804-142A000583A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4" name="Rectangle 43">
            <a:extLst>
              <a:ext uri="{FF2B5EF4-FFF2-40B4-BE49-F238E27FC236}">
                <a16:creationId xmlns:a16="http://schemas.microsoft.com/office/drawing/2014/main" id="{D1D645CD-9C9C-D4A4-798E-611A56228C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46" name="Rectangle 45">
            <a:extLst>
              <a:ext uri="{FF2B5EF4-FFF2-40B4-BE49-F238E27FC236}">
                <a16:creationId xmlns:a16="http://schemas.microsoft.com/office/drawing/2014/main" id="{E8D587AB-2412-626D-4983-355F6607BA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EE08A221-C6AD-F4FF-002F-54E5F6D36D44}"/>
              </a:ext>
            </a:extLst>
          </p:cNvPr>
          <p:cNvSpPr txBox="1">
            <a:spLocks/>
          </p:cNvSpPr>
          <p:nvPr/>
        </p:nvSpPr>
        <p:spPr>
          <a:xfrm>
            <a:off x="358469" y="-259342"/>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noProof="0" dirty="0">
                <a:solidFill>
                  <a:srgbClr val="FFFFFF"/>
                </a:solidFill>
              </a:rPr>
              <a:t>Analyse Approfondie</a:t>
            </a:r>
          </a:p>
        </p:txBody>
      </p:sp>
      <p:sp>
        <p:nvSpPr>
          <p:cNvPr id="3" name="Espace réservé du contenu 2">
            <a:extLst>
              <a:ext uri="{FF2B5EF4-FFF2-40B4-BE49-F238E27FC236}">
                <a16:creationId xmlns:a16="http://schemas.microsoft.com/office/drawing/2014/main" id="{02776483-C2F5-26DD-0A02-383D026BE1B4}"/>
              </a:ext>
            </a:extLst>
          </p:cNvPr>
          <p:cNvSpPr txBox="1">
            <a:spLocks/>
          </p:cNvSpPr>
          <p:nvPr/>
        </p:nvSpPr>
        <p:spPr>
          <a:xfrm>
            <a:off x="106326" y="2005619"/>
            <a:ext cx="3856040" cy="4090014"/>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Traitement des colonnes :</a:t>
            </a:r>
          </a:p>
          <a:p>
            <a:pPr marL="457200" lvl="1" indent="0">
              <a:spcBef>
                <a:spcPts val="0"/>
              </a:spcBef>
              <a:spcAft>
                <a:spcPts val="600"/>
              </a:spcAft>
              <a:buSzPts val="1000"/>
              <a:buFont typeface="Calibri" panose="020F0502020204030204" pitchFamily="34" charset="0"/>
              <a:buNone/>
              <a:tabLst>
                <a:tab pos="914400" algn="l"/>
              </a:tabLst>
            </a:pPr>
            <a:endParaRPr lang="fr-FR" sz="2400" b="1" dirty="0">
              <a:solidFill>
                <a:srgbClr val="FFFFFF"/>
              </a:solidFill>
            </a:endParaRP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Analyses univariées :</a:t>
            </a: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400" b="1" dirty="0">
                <a:solidFill>
                  <a:srgbClr val="FFFFFF"/>
                </a:solidFill>
              </a:rPr>
              <a:t>Analyse du </a:t>
            </a:r>
            <a:r>
              <a:rPr lang="fr-FR" sz="2400" b="1" dirty="0" err="1">
                <a:solidFill>
                  <a:srgbClr val="FFFFFF"/>
                </a:solidFill>
              </a:rPr>
              <a:t>Skewness</a:t>
            </a:r>
            <a:r>
              <a:rPr lang="fr-FR" sz="2400" b="1" dirty="0">
                <a:solidFill>
                  <a:srgbClr val="FFFFFF"/>
                </a:solidFill>
              </a:rPr>
              <a:t>, Kurtosis et test de normalité (Shapiro-</a:t>
            </a:r>
            <a:r>
              <a:rPr lang="fr-FR" sz="2400" b="1" dirty="0" err="1">
                <a:solidFill>
                  <a:srgbClr val="FFFFFF"/>
                </a:solidFill>
              </a:rPr>
              <a:t>Wilk</a:t>
            </a:r>
            <a:r>
              <a:rPr lang="fr-FR" sz="2400" b="1" dirty="0">
                <a:solidFill>
                  <a:srgbClr val="FFFFFF"/>
                </a:solidFill>
              </a:rPr>
              <a:t>)</a:t>
            </a:r>
          </a:p>
          <a:p>
            <a:pPr marL="0" lvl="1" indent="0">
              <a:lnSpc>
                <a:spcPct val="110000"/>
              </a:lnSpc>
              <a:spcBef>
                <a:spcPts val="0"/>
              </a:spcBef>
              <a:spcAft>
                <a:spcPts val="600"/>
              </a:spcAft>
              <a:buSzPts val="1000"/>
              <a:buFont typeface="Calibri" panose="020F0502020204030204" pitchFamily="34" charset="0"/>
              <a:buNone/>
              <a:tabLst>
                <a:tab pos="914400" algn="l"/>
              </a:tabLst>
            </a:pPr>
            <a:r>
              <a:rPr lang="fr-FR" sz="1400" b="1" dirty="0">
                <a:solidFill>
                  <a:srgbClr val="FFFFFF"/>
                </a:solidFill>
              </a:rPr>
              <a:t> </a:t>
            </a:r>
          </a:p>
          <a:p>
            <a:pPr marL="0" lvl="1" indent="0">
              <a:lnSpc>
                <a:spcPct val="110000"/>
              </a:lnSpc>
              <a:spcBef>
                <a:spcPts val="0"/>
              </a:spcBef>
              <a:spcAft>
                <a:spcPts val="600"/>
              </a:spcAft>
              <a:buSzPts val="1000"/>
              <a:buFont typeface="Calibri" panose="020F0502020204030204" pitchFamily="34" charset="0"/>
              <a:buNone/>
              <a:tabLst>
                <a:tab pos="914400" algn="l"/>
              </a:tabLst>
            </a:pPr>
            <a:endParaRPr lang="fr-FR" sz="1400" b="1" noProof="0" dirty="0">
              <a:solidFill>
                <a:srgbClr val="FFFFFF"/>
              </a:solidFill>
            </a:endParaRPr>
          </a:p>
        </p:txBody>
      </p:sp>
      <p:sp>
        <p:nvSpPr>
          <p:cNvPr id="48" name="Rectangle 47">
            <a:extLst>
              <a:ext uri="{FF2B5EF4-FFF2-40B4-BE49-F238E27FC236}">
                <a16:creationId xmlns:a16="http://schemas.microsoft.com/office/drawing/2014/main" id="{9274E774-8D77-ABCD-C911-9DB1873551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pic>
        <p:nvPicPr>
          <p:cNvPr id="6" name="Image 5">
            <a:extLst>
              <a:ext uri="{FF2B5EF4-FFF2-40B4-BE49-F238E27FC236}">
                <a16:creationId xmlns:a16="http://schemas.microsoft.com/office/drawing/2014/main" id="{30AFB81F-5704-864B-5725-60DD081D315B}"/>
              </a:ext>
            </a:extLst>
          </p:cNvPr>
          <p:cNvPicPr>
            <a:picLocks noChangeAspect="1"/>
          </p:cNvPicPr>
          <p:nvPr/>
        </p:nvPicPr>
        <p:blipFill>
          <a:blip r:embed="rId3"/>
          <a:stretch>
            <a:fillRect/>
          </a:stretch>
        </p:blipFill>
        <p:spPr>
          <a:xfrm>
            <a:off x="5696717" y="199096"/>
            <a:ext cx="3286584" cy="6658904"/>
          </a:xfrm>
          <a:prstGeom prst="rect">
            <a:avLst/>
          </a:prstGeom>
        </p:spPr>
      </p:pic>
    </p:spTree>
    <p:extLst>
      <p:ext uri="{BB962C8B-B14F-4D97-AF65-F5344CB8AC3E}">
        <p14:creationId xmlns:p14="http://schemas.microsoft.com/office/powerpoint/2010/main" val="26273084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0AEC1E2-3ECC-CFDE-C1C6-E4F7D1B20789}"/>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803FE637-BBA7-C2E6-169F-8DA8C60278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40" name="Rectangle 39">
            <a:extLst>
              <a:ext uri="{FF2B5EF4-FFF2-40B4-BE49-F238E27FC236}">
                <a16:creationId xmlns:a16="http://schemas.microsoft.com/office/drawing/2014/main" id="{55EB9A6B-2E26-E38C-0025-FE344DC09A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42" name="Straight Connector 41">
            <a:extLst>
              <a:ext uri="{FF2B5EF4-FFF2-40B4-BE49-F238E27FC236}">
                <a16:creationId xmlns:a16="http://schemas.microsoft.com/office/drawing/2014/main" id="{EF563E01-DC97-93FD-B15B-853D7434BE0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4" name="Rectangle 43">
            <a:extLst>
              <a:ext uri="{FF2B5EF4-FFF2-40B4-BE49-F238E27FC236}">
                <a16:creationId xmlns:a16="http://schemas.microsoft.com/office/drawing/2014/main" id="{3FB413D6-88D4-06BE-8882-3F6010C9B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46" name="Rectangle 45">
            <a:extLst>
              <a:ext uri="{FF2B5EF4-FFF2-40B4-BE49-F238E27FC236}">
                <a16:creationId xmlns:a16="http://schemas.microsoft.com/office/drawing/2014/main" id="{D61FEFAD-73AA-E7D3-DCA7-94492E9568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E8DE19EC-5395-7FEA-F725-54E58CE1E939}"/>
              </a:ext>
            </a:extLst>
          </p:cNvPr>
          <p:cNvSpPr txBox="1">
            <a:spLocks/>
          </p:cNvSpPr>
          <p:nvPr/>
        </p:nvSpPr>
        <p:spPr>
          <a:xfrm>
            <a:off x="358469" y="-259342"/>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noProof="0" dirty="0">
                <a:solidFill>
                  <a:srgbClr val="FFFFFF"/>
                </a:solidFill>
              </a:rPr>
              <a:t>Analyse Approfondie</a:t>
            </a:r>
          </a:p>
        </p:txBody>
      </p:sp>
      <p:sp>
        <p:nvSpPr>
          <p:cNvPr id="3" name="Espace réservé du contenu 2">
            <a:extLst>
              <a:ext uri="{FF2B5EF4-FFF2-40B4-BE49-F238E27FC236}">
                <a16:creationId xmlns:a16="http://schemas.microsoft.com/office/drawing/2014/main" id="{F96EF9A5-FDA8-1BF2-36CE-3BDC1BE6CC1D}"/>
              </a:ext>
            </a:extLst>
          </p:cNvPr>
          <p:cNvSpPr txBox="1">
            <a:spLocks/>
          </p:cNvSpPr>
          <p:nvPr/>
        </p:nvSpPr>
        <p:spPr>
          <a:xfrm>
            <a:off x="106326" y="2005619"/>
            <a:ext cx="3856040" cy="4090014"/>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Traitement des colonnes :</a:t>
            </a:r>
          </a:p>
          <a:p>
            <a:pPr marL="457200" lvl="1" indent="0">
              <a:spcBef>
                <a:spcPts val="0"/>
              </a:spcBef>
              <a:spcAft>
                <a:spcPts val="600"/>
              </a:spcAft>
              <a:buSzPts val="1000"/>
              <a:buFont typeface="Calibri" panose="020F0502020204030204" pitchFamily="34" charset="0"/>
              <a:buNone/>
              <a:tabLst>
                <a:tab pos="914400" algn="l"/>
              </a:tabLst>
            </a:pPr>
            <a:endParaRPr lang="fr-FR" sz="2400" b="1" dirty="0">
              <a:solidFill>
                <a:srgbClr val="FFFFFF"/>
              </a:solidFill>
            </a:endParaRP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Analyses univariées :</a:t>
            </a: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400" b="1" dirty="0">
                <a:solidFill>
                  <a:srgbClr val="FFFFFF"/>
                </a:solidFill>
              </a:rPr>
              <a:t>Visualisation avant et après suppression des </a:t>
            </a:r>
            <a:r>
              <a:rPr lang="fr-FR" sz="2400" b="1" dirty="0" err="1">
                <a:solidFill>
                  <a:srgbClr val="FFFFFF"/>
                </a:solidFill>
              </a:rPr>
              <a:t>outliers</a:t>
            </a:r>
            <a:r>
              <a:rPr lang="fr-FR" sz="1400" b="1" dirty="0">
                <a:solidFill>
                  <a:srgbClr val="FFFFFF"/>
                </a:solidFill>
              </a:rPr>
              <a:t> </a:t>
            </a:r>
          </a:p>
          <a:p>
            <a:pPr marL="0" lvl="1" indent="0">
              <a:lnSpc>
                <a:spcPct val="110000"/>
              </a:lnSpc>
              <a:spcBef>
                <a:spcPts val="0"/>
              </a:spcBef>
              <a:spcAft>
                <a:spcPts val="600"/>
              </a:spcAft>
              <a:buSzPts val="1000"/>
              <a:buFont typeface="Calibri" panose="020F0502020204030204" pitchFamily="34" charset="0"/>
              <a:buNone/>
              <a:tabLst>
                <a:tab pos="914400" algn="l"/>
              </a:tabLst>
            </a:pPr>
            <a:endParaRPr lang="fr-FR" sz="1400" b="1" noProof="0" dirty="0">
              <a:solidFill>
                <a:srgbClr val="FFFFFF"/>
              </a:solidFill>
            </a:endParaRPr>
          </a:p>
        </p:txBody>
      </p:sp>
      <p:sp>
        <p:nvSpPr>
          <p:cNvPr id="48" name="Rectangle 47">
            <a:extLst>
              <a:ext uri="{FF2B5EF4-FFF2-40B4-BE49-F238E27FC236}">
                <a16:creationId xmlns:a16="http://schemas.microsoft.com/office/drawing/2014/main" id="{C6420BD9-C73C-81F2-518B-317B291E3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pic>
        <p:nvPicPr>
          <p:cNvPr id="8" name="Image 7">
            <a:extLst>
              <a:ext uri="{FF2B5EF4-FFF2-40B4-BE49-F238E27FC236}">
                <a16:creationId xmlns:a16="http://schemas.microsoft.com/office/drawing/2014/main" id="{AAEA9CB2-D49A-67E0-CCE0-3AA2F6BC9ED0}"/>
              </a:ext>
            </a:extLst>
          </p:cNvPr>
          <p:cNvPicPr>
            <a:picLocks noChangeAspect="1"/>
          </p:cNvPicPr>
          <p:nvPr/>
        </p:nvPicPr>
        <p:blipFill>
          <a:blip r:embed="rId3"/>
          <a:stretch>
            <a:fillRect/>
          </a:stretch>
        </p:blipFill>
        <p:spPr>
          <a:xfrm>
            <a:off x="4477679" y="1024680"/>
            <a:ext cx="7049484" cy="3639058"/>
          </a:xfrm>
          <a:prstGeom prst="rect">
            <a:avLst/>
          </a:prstGeom>
        </p:spPr>
      </p:pic>
    </p:spTree>
    <p:extLst>
      <p:ext uri="{BB962C8B-B14F-4D97-AF65-F5344CB8AC3E}">
        <p14:creationId xmlns:p14="http://schemas.microsoft.com/office/powerpoint/2010/main" val="1949725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2EA0101-1CC6-17DA-AF5C-41D57F94B66D}"/>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5E8E341C-3961-94DC-B2A5-A7F857E266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40" name="Rectangle 39">
            <a:extLst>
              <a:ext uri="{FF2B5EF4-FFF2-40B4-BE49-F238E27FC236}">
                <a16:creationId xmlns:a16="http://schemas.microsoft.com/office/drawing/2014/main" id="{CDD0888E-5964-5B83-5646-B3E350E5F2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42" name="Straight Connector 41">
            <a:extLst>
              <a:ext uri="{FF2B5EF4-FFF2-40B4-BE49-F238E27FC236}">
                <a16:creationId xmlns:a16="http://schemas.microsoft.com/office/drawing/2014/main" id="{96129944-6300-56EA-D0CF-37BCFC46B3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4" name="Rectangle 43">
            <a:extLst>
              <a:ext uri="{FF2B5EF4-FFF2-40B4-BE49-F238E27FC236}">
                <a16:creationId xmlns:a16="http://schemas.microsoft.com/office/drawing/2014/main" id="{D44492F3-C5E2-59B3-4B0A-013FF0BD82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46" name="Rectangle 45">
            <a:extLst>
              <a:ext uri="{FF2B5EF4-FFF2-40B4-BE49-F238E27FC236}">
                <a16:creationId xmlns:a16="http://schemas.microsoft.com/office/drawing/2014/main" id="{F9BFD5F0-58B2-2410-8320-798D8D6DE5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9A6746BE-37B4-6C6F-9B8B-6AB294BEB2F7}"/>
              </a:ext>
            </a:extLst>
          </p:cNvPr>
          <p:cNvSpPr txBox="1">
            <a:spLocks/>
          </p:cNvSpPr>
          <p:nvPr/>
        </p:nvSpPr>
        <p:spPr>
          <a:xfrm>
            <a:off x="358469" y="-259342"/>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noProof="0" dirty="0">
                <a:solidFill>
                  <a:srgbClr val="FFFFFF"/>
                </a:solidFill>
              </a:rPr>
              <a:t>Analyse Approfondie</a:t>
            </a:r>
          </a:p>
        </p:txBody>
      </p:sp>
      <p:sp>
        <p:nvSpPr>
          <p:cNvPr id="3" name="Espace réservé du contenu 2">
            <a:extLst>
              <a:ext uri="{FF2B5EF4-FFF2-40B4-BE49-F238E27FC236}">
                <a16:creationId xmlns:a16="http://schemas.microsoft.com/office/drawing/2014/main" id="{3925F6FD-C6FF-3841-2590-744E303D73BD}"/>
              </a:ext>
            </a:extLst>
          </p:cNvPr>
          <p:cNvSpPr txBox="1">
            <a:spLocks/>
          </p:cNvSpPr>
          <p:nvPr/>
        </p:nvSpPr>
        <p:spPr>
          <a:xfrm>
            <a:off x="106326" y="2005619"/>
            <a:ext cx="3856040" cy="4090014"/>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Traitement des colonnes :</a:t>
            </a:r>
          </a:p>
          <a:p>
            <a:pPr marL="457200" lvl="1" indent="0">
              <a:spcBef>
                <a:spcPts val="0"/>
              </a:spcBef>
              <a:spcAft>
                <a:spcPts val="600"/>
              </a:spcAft>
              <a:buSzPts val="1000"/>
              <a:buFont typeface="Calibri" panose="020F0502020204030204" pitchFamily="34" charset="0"/>
              <a:buNone/>
              <a:tabLst>
                <a:tab pos="914400" algn="l"/>
              </a:tabLst>
            </a:pPr>
            <a:endParaRPr lang="fr-FR" sz="2400" b="1" dirty="0">
              <a:solidFill>
                <a:srgbClr val="FFFFFF"/>
              </a:solidFill>
            </a:endParaRP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Analyses univariées :</a:t>
            </a: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400" b="1" dirty="0">
                <a:solidFill>
                  <a:srgbClr val="FFFFFF"/>
                </a:solidFill>
              </a:rPr>
              <a:t>Visualisation avant et après suppression des </a:t>
            </a:r>
            <a:r>
              <a:rPr lang="fr-FR" sz="2400" b="1" dirty="0" err="1">
                <a:solidFill>
                  <a:srgbClr val="FFFFFF"/>
                </a:solidFill>
              </a:rPr>
              <a:t>outliers</a:t>
            </a:r>
            <a:r>
              <a:rPr lang="fr-FR" sz="1400" b="1" dirty="0">
                <a:solidFill>
                  <a:srgbClr val="FFFFFF"/>
                </a:solidFill>
              </a:rPr>
              <a:t> </a:t>
            </a:r>
          </a:p>
          <a:p>
            <a:pPr marL="0" lvl="1" indent="0">
              <a:lnSpc>
                <a:spcPct val="110000"/>
              </a:lnSpc>
              <a:spcBef>
                <a:spcPts val="0"/>
              </a:spcBef>
              <a:spcAft>
                <a:spcPts val="600"/>
              </a:spcAft>
              <a:buSzPts val="1000"/>
              <a:buFont typeface="Calibri" panose="020F0502020204030204" pitchFamily="34" charset="0"/>
              <a:buNone/>
              <a:tabLst>
                <a:tab pos="914400" algn="l"/>
              </a:tabLst>
            </a:pPr>
            <a:endParaRPr lang="fr-FR" sz="1400" b="1" noProof="0" dirty="0">
              <a:solidFill>
                <a:srgbClr val="FFFFFF"/>
              </a:solidFill>
            </a:endParaRPr>
          </a:p>
        </p:txBody>
      </p:sp>
      <p:sp>
        <p:nvSpPr>
          <p:cNvPr id="48" name="Rectangle 47">
            <a:extLst>
              <a:ext uri="{FF2B5EF4-FFF2-40B4-BE49-F238E27FC236}">
                <a16:creationId xmlns:a16="http://schemas.microsoft.com/office/drawing/2014/main" id="{AF7E6763-5BDE-9CBE-DAC2-9391A84D93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pic>
        <p:nvPicPr>
          <p:cNvPr id="5" name="Image 4">
            <a:extLst>
              <a:ext uri="{FF2B5EF4-FFF2-40B4-BE49-F238E27FC236}">
                <a16:creationId xmlns:a16="http://schemas.microsoft.com/office/drawing/2014/main" id="{A662153E-C96A-217A-18F6-4CA5CC8ECFE9}"/>
              </a:ext>
            </a:extLst>
          </p:cNvPr>
          <p:cNvPicPr>
            <a:picLocks noChangeAspect="1"/>
          </p:cNvPicPr>
          <p:nvPr/>
        </p:nvPicPr>
        <p:blipFill>
          <a:blip r:embed="rId3"/>
          <a:stretch>
            <a:fillRect/>
          </a:stretch>
        </p:blipFill>
        <p:spPr>
          <a:xfrm>
            <a:off x="4785309" y="1257129"/>
            <a:ext cx="7097115" cy="3820058"/>
          </a:xfrm>
          <a:prstGeom prst="rect">
            <a:avLst/>
          </a:prstGeom>
        </p:spPr>
      </p:pic>
    </p:spTree>
    <p:extLst>
      <p:ext uri="{BB962C8B-B14F-4D97-AF65-F5344CB8AC3E}">
        <p14:creationId xmlns:p14="http://schemas.microsoft.com/office/powerpoint/2010/main" val="38173818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DF5169-127D-E22F-D815-B15055198917}"/>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5BB341D6-10CB-7FD7-B82A-239299DCD7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40" name="Rectangle 39">
            <a:extLst>
              <a:ext uri="{FF2B5EF4-FFF2-40B4-BE49-F238E27FC236}">
                <a16:creationId xmlns:a16="http://schemas.microsoft.com/office/drawing/2014/main" id="{E5CE1734-F3E9-FA78-526B-7DC9090286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42" name="Straight Connector 41">
            <a:extLst>
              <a:ext uri="{FF2B5EF4-FFF2-40B4-BE49-F238E27FC236}">
                <a16:creationId xmlns:a16="http://schemas.microsoft.com/office/drawing/2014/main" id="{EE044789-529B-B2A4-6F56-0DE163F4C4A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4" name="Rectangle 43">
            <a:extLst>
              <a:ext uri="{FF2B5EF4-FFF2-40B4-BE49-F238E27FC236}">
                <a16:creationId xmlns:a16="http://schemas.microsoft.com/office/drawing/2014/main" id="{AF522170-78D4-1D5C-7524-CE268481F6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46" name="Rectangle 45">
            <a:extLst>
              <a:ext uri="{FF2B5EF4-FFF2-40B4-BE49-F238E27FC236}">
                <a16:creationId xmlns:a16="http://schemas.microsoft.com/office/drawing/2014/main" id="{CE1D316F-1DF9-3FBB-1460-FEAA14A8C1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B7AF1698-CE43-4F79-6F16-9BEED7DF2F98}"/>
              </a:ext>
            </a:extLst>
          </p:cNvPr>
          <p:cNvSpPr txBox="1">
            <a:spLocks/>
          </p:cNvSpPr>
          <p:nvPr/>
        </p:nvSpPr>
        <p:spPr>
          <a:xfrm>
            <a:off x="358469" y="-259342"/>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noProof="0" dirty="0">
                <a:solidFill>
                  <a:srgbClr val="FFFFFF"/>
                </a:solidFill>
              </a:rPr>
              <a:t>Analyse Approfondie</a:t>
            </a:r>
          </a:p>
        </p:txBody>
      </p:sp>
      <p:sp>
        <p:nvSpPr>
          <p:cNvPr id="3" name="Espace réservé du contenu 2">
            <a:extLst>
              <a:ext uri="{FF2B5EF4-FFF2-40B4-BE49-F238E27FC236}">
                <a16:creationId xmlns:a16="http://schemas.microsoft.com/office/drawing/2014/main" id="{8E8B146C-E1A6-1407-B0D3-D40634563820}"/>
              </a:ext>
            </a:extLst>
          </p:cNvPr>
          <p:cNvSpPr txBox="1">
            <a:spLocks/>
          </p:cNvSpPr>
          <p:nvPr/>
        </p:nvSpPr>
        <p:spPr>
          <a:xfrm>
            <a:off x="106326" y="2005619"/>
            <a:ext cx="3856040" cy="4090014"/>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Traitement des colonnes :</a:t>
            </a:r>
          </a:p>
          <a:p>
            <a:pPr marL="457200" lvl="1" indent="0">
              <a:spcBef>
                <a:spcPts val="0"/>
              </a:spcBef>
              <a:spcAft>
                <a:spcPts val="600"/>
              </a:spcAft>
              <a:buSzPts val="1000"/>
              <a:buFont typeface="Calibri" panose="020F0502020204030204" pitchFamily="34" charset="0"/>
              <a:buNone/>
              <a:tabLst>
                <a:tab pos="914400" algn="l"/>
              </a:tabLst>
            </a:pPr>
            <a:endParaRPr lang="fr-FR" sz="2400" b="1" dirty="0">
              <a:solidFill>
                <a:srgbClr val="FFFFFF"/>
              </a:solidFill>
            </a:endParaRP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Analyses univariées :</a:t>
            </a: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400" b="1" dirty="0">
                <a:solidFill>
                  <a:srgbClr val="FFFFFF"/>
                </a:solidFill>
              </a:rPr>
              <a:t>Visualisation avant et après suppression des </a:t>
            </a:r>
            <a:r>
              <a:rPr lang="fr-FR" sz="2400" b="1" dirty="0" err="1">
                <a:solidFill>
                  <a:srgbClr val="FFFFFF"/>
                </a:solidFill>
              </a:rPr>
              <a:t>outliers</a:t>
            </a:r>
            <a:r>
              <a:rPr lang="fr-FR" sz="1400" b="1" dirty="0">
                <a:solidFill>
                  <a:srgbClr val="FFFFFF"/>
                </a:solidFill>
              </a:rPr>
              <a:t> </a:t>
            </a:r>
          </a:p>
          <a:p>
            <a:pPr marL="0" lvl="1" indent="0">
              <a:lnSpc>
                <a:spcPct val="110000"/>
              </a:lnSpc>
              <a:spcBef>
                <a:spcPts val="0"/>
              </a:spcBef>
              <a:spcAft>
                <a:spcPts val="600"/>
              </a:spcAft>
              <a:buSzPts val="1000"/>
              <a:buFont typeface="Calibri" panose="020F0502020204030204" pitchFamily="34" charset="0"/>
              <a:buNone/>
              <a:tabLst>
                <a:tab pos="914400" algn="l"/>
              </a:tabLst>
            </a:pPr>
            <a:endParaRPr lang="fr-FR" sz="1400" b="1" noProof="0" dirty="0">
              <a:solidFill>
                <a:srgbClr val="FFFFFF"/>
              </a:solidFill>
            </a:endParaRPr>
          </a:p>
        </p:txBody>
      </p:sp>
      <p:sp>
        <p:nvSpPr>
          <p:cNvPr id="48" name="Rectangle 47">
            <a:extLst>
              <a:ext uri="{FF2B5EF4-FFF2-40B4-BE49-F238E27FC236}">
                <a16:creationId xmlns:a16="http://schemas.microsoft.com/office/drawing/2014/main" id="{4905B7C5-C6A3-8E99-3FBE-E8D57AA33C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pic>
        <p:nvPicPr>
          <p:cNvPr id="5" name="Image 4">
            <a:extLst>
              <a:ext uri="{FF2B5EF4-FFF2-40B4-BE49-F238E27FC236}">
                <a16:creationId xmlns:a16="http://schemas.microsoft.com/office/drawing/2014/main" id="{0A646F95-9807-E0EC-F9E1-EF7B9C0E9DCB}"/>
              </a:ext>
            </a:extLst>
          </p:cNvPr>
          <p:cNvPicPr>
            <a:picLocks noChangeAspect="1"/>
          </p:cNvPicPr>
          <p:nvPr/>
        </p:nvPicPr>
        <p:blipFill>
          <a:blip r:embed="rId3"/>
          <a:stretch>
            <a:fillRect/>
          </a:stretch>
        </p:blipFill>
        <p:spPr>
          <a:xfrm>
            <a:off x="4445400" y="1652339"/>
            <a:ext cx="7116168" cy="3553321"/>
          </a:xfrm>
          <a:prstGeom prst="rect">
            <a:avLst/>
          </a:prstGeom>
        </p:spPr>
      </p:pic>
    </p:spTree>
    <p:extLst>
      <p:ext uri="{BB962C8B-B14F-4D97-AF65-F5344CB8AC3E}">
        <p14:creationId xmlns:p14="http://schemas.microsoft.com/office/powerpoint/2010/main" val="25563668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8CDF11F-ED66-AB0C-6FC9-FD59CF11315A}"/>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F410D03C-7DE3-D7A7-B632-13A423CBCE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40" name="Rectangle 39">
            <a:extLst>
              <a:ext uri="{FF2B5EF4-FFF2-40B4-BE49-F238E27FC236}">
                <a16:creationId xmlns:a16="http://schemas.microsoft.com/office/drawing/2014/main" id="{11A607A5-892C-50BC-40E1-8A8F067900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42" name="Straight Connector 41">
            <a:extLst>
              <a:ext uri="{FF2B5EF4-FFF2-40B4-BE49-F238E27FC236}">
                <a16:creationId xmlns:a16="http://schemas.microsoft.com/office/drawing/2014/main" id="{45B8DA33-6F15-9E39-E6F2-E163A66DA45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4" name="Rectangle 43">
            <a:extLst>
              <a:ext uri="{FF2B5EF4-FFF2-40B4-BE49-F238E27FC236}">
                <a16:creationId xmlns:a16="http://schemas.microsoft.com/office/drawing/2014/main" id="{9A826AF5-6477-085C-5F13-3D0184BA6B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46" name="Rectangle 45">
            <a:extLst>
              <a:ext uri="{FF2B5EF4-FFF2-40B4-BE49-F238E27FC236}">
                <a16:creationId xmlns:a16="http://schemas.microsoft.com/office/drawing/2014/main" id="{DFE1EBD6-1816-4ECB-CB42-7328BFEDA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AC09F984-28A0-8A5A-1842-4897ED11CC15}"/>
              </a:ext>
            </a:extLst>
          </p:cNvPr>
          <p:cNvSpPr txBox="1">
            <a:spLocks/>
          </p:cNvSpPr>
          <p:nvPr/>
        </p:nvSpPr>
        <p:spPr>
          <a:xfrm>
            <a:off x="358469" y="-259342"/>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noProof="0" dirty="0">
                <a:solidFill>
                  <a:srgbClr val="FFFFFF"/>
                </a:solidFill>
              </a:rPr>
              <a:t>Analyse Approfondie</a:t>
            </a:r>
          </a:p>
        </p:txBody>
      </p:sp>
      <p:sp>
        <p:nvSpPr>
          <p:cNvPr id="3" name="Espace réservé du contenu 2">
            <a:extLst>
              <a:ext uri="{FF2B5EF4-FFF2-40B4-BE49-F238E27FC236}">
                <a16:creationId xmlns:a16="http://schemas.microsoft.com/office/drawing/2014/main" id="{6A4782DB-B3F8-BC3D-2D1C-6684058F0758}"/>
              </a:ext>
            </a:extLst>
          </p:cNvPr>
          <p:cNvSpPr txBox="1">
            <a:spLocks/>
          </p:cNvSpPr>
          <p:nvPr/>
        </p:nvSpPr>
        <p:spPr>
          <a:xfrm>
            <a:off x="106326" y="2005619"/>
            <a:ext cx="3856040" cy="4090014"/>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Traitement des colonnes :</a:t>
            </a:r>
          </a:p>
          <a:p>
            <a:pPr marL="457200" lvl="1" indent="0">
              <a:spcBef>
                <a:spcPts val="0"/>
              </a:spcBef>
              <a:spcAft>
                <a:spcPts val="600"/>
              </a:spcAft>
              <a:buSzPts val="1000"/>
              <a:buFont typeface="Calibri" panose="020F0502020204030204" pitchFamily="34" charset="0"/>
              <a:buNone/>
              <a:tabLst>
                <a:tab pos="914400" algn="l"/>
              </a:tabLst>
            </a:pPr>
            <a:endParaRPr lang="fr-FR" sz="2400" b="1" dirty="0">
              <a:solidFill>
                <a:srgbClr val="FFFFFF"/>
              </a:solidFill>
            </a:endParaRP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Analyses univariées :</a:t>
            </a: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400" b="1" dirty="0">
                <a:solidFill>
                  <a:srgbClr val="FFFFFF"/>
                </a:solidFill>
              </a:rPr>
              <a:t>Visualisation avant et après suppression des </a:t>
            </a:r>
            <a:r>
              <a:rPr lang="fr-FR" sz="2400" b="1" dirty="0" err="1">
                <a:solidFill>
                  <a:srgbClr val="FFFFFF"/>
                </a:solidFill>
              </a:rPr>
              <a:t>outliers</a:t>
            </a:r>
            <a:r>
              <a:rPr lang="fr-FR" sz="1400" b="1" dirty="0">
                <a:solidFill>
                  <a:srgbClr val="FFFFFF"/>
                </a:solidFill>
              </a:rPr>
              <a:t> </a:t>
            </a:r>
          </a:p>
          <a:p>
            <a:pPr marL="0" lvl="1" indent="0">
              <a:lnSpc>
                <a:spcPct val="110000"/>
              </a:lnSpc>
              <a:spcBef>
                <a:spcPts val="0"/>
              </a:spcBef>
              <a:spcAft>
                <a:spcPts val="600"/>
              </a:spcAft>
              <a:buSzPts val="1000"/>
              <a:buFont typeface="Calibri" panose="020F0502020204030204" pitchFamily="34" charset="0"/>
              <a:buNone/>
              <a:tabLst>
                <a:tab pos="914400" algn="l"/>
              </a:tabLst>
            </a:pPr>
            <a:endParaRPr lang="fr-FR" sz="1400" b="1" noProof="0" dirty="0">
              <a:solidFill>
                <a:srgbClr val="FFFFFF"/>
              </a:solidFill>
            </a:endParaRPr>
          </a:p>
        </p:txBody>
      </p:sp>
      <p:sp>
        <p:nvSpPr>
          <p:cNvPr id="48" name="Rectangle 47">
            <a:extLst>
              <a:ext uri="{FF2B5EF4-FFF2-40B4-BE49-F238E27FC236}">
                <a16:creationId xmlns:a16="http://schemas.microsoft.com/office/drawing/2014/main" id="{C6532BC6-5DC0-2DB4-2C72-F7664A4F27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pic>
        <p:nvPicPr>
          <p:cNvPr id="5" name="Image 4">
            <a:extLst>
              <a:ext uri="{FF2B5EF4-FFF2-40B4-BE49-F238E27FC236}">
                <a16:creationId xmlns:a16="http://schemas.microsoft.com/office/drawing/2014/main" id="{C8565DCB-48AC-CD3F-4508-86678869F9FE}"/>
              </a:ext>
            </a:extLst>
          </p:cNvPr>
          <p:cNvPicPr>
            <a:picLocks noChangeAspect="1"/>
          </p:cNvPicPr>
          <p:nvPr/>
        </p:nvPicPr>
        <p:blipFill>
          <a:blip r:embed="rId3"/>
          <a:stretch>
            <a:fillRect/>
          </a:stretch>
        </p:blipFill>
        <p:spPr>
          <a:xfrm>
            <a:off x="4647565" y="1618997"/>
            <a:ext cx="7173326" cy="3620005"/>
          </a:xfrm>
          <a:prstGeom prst="rect">
            <a:avLst/>
          </a:prstGeom>
        </p:spPr>
      </p:pic>
    </p:spTree>
    <p:extLst>
      <p:ext uri="{BB962C8B-B14F-4D97-AF65-F5344CB8AC3E}">
        <p14:creationId xmlns:p14="http://schemas.microsoft.com/office/powerpoint/2010/main" val="29104761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045702B-2BFC-983E-0D91-21FFA1191674}"/>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75A98871-E779-3E0B-6213-9A4E2699E1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40" name="Rectangle 39">
            <a:extLst>
              <a:ext uri="{FF2B5EF4-FFF2-40B4-BE49-F238E27FC236}">
                <a16:creationId xmlns:a16="http://schemas.microsoft.com/office/drawing/2014/main" id="{A4A034E2-7FF7-0863-E5E5-FB908C1B7C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42" name="Straight Connector 41">
            <a:extLst>
              <a:ext uri="{FF2B5EF4-FFF2-40B4-BE49-F238E27FC236}">
                <a16:creationId xmlns:a16="http://schemas.microsoft.com/office/drawing/2014/main" id="{3BC6464F-01A9-07F8-AA3B-2638C710E3E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4" name="Rectangle 43">
            <a:extLst>
              <a:ext uri="{FF2B5EF4-FFF2-40B4-BE49-F238E27FC236}">
                <a16:creationId xmlns:a16="http://schemas.microsoft.com/office/drawing/2014/main" id="{E20AA493-598F-5026-1965-873381C63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46" name="Rectangle 45">
            <a:extLst>
              <a:ext uri="{FF2B5EF4-FFF2-40B4-BE49-F238E27FC236}">
                <a16:creationId xmlns:a16="http://schemas.microsoft.com/office/drawing/2014/main" id="{D8F862A9-105B-7779-CC69-D14F218F77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A9B78DFA-676E-6C39-78B1-02B92BC059B5}"/>
              </a:ext>
            </a:extLst>
          </p:cNvPr>
          <p:cNvSpPr txBox="1">
            <a:spLocks/>
          </p:cNvSpPr>
          <p:nvPr/>
        </p:nvSpPr>
        <p:spPr>
          <a:xfrm>
            <a:off x="358469" y="-259342"/>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noProof="0" dirty="0">
                <a:solidFill>
                  <a:srgbClr val="FFFFFF"/>
                </a:solidFill>
              </a:rPr>
              <a:t>Analyse Approfondie</a:t>
            </a:r>
          </a:p>
        </p:txBody>
      </p:sp>
      <p:sp>
        <p:nvSpPr>
          <p:cNvPr id="3" name="Espace réservé du contenu 2">
            <a:extLst>
              <a:ext uri="{FF2B5EF4-FFF2-40B4-BE49-F238E27FC236}">
                <a16:creationId xmlns:a16="http://schemas.microsoft.com/office/drawing/2014/main" id="{4CD0B134-6BCD-2E70-5385-D9E275177736}"/>
              </a:ext>
            </a:extLst>
          </p:cNvPr>
          <p:cNvSpPr txBox="1">
            <a:spLocks/>
          </p:cNvSpPr>
          <p:nvPr/>
        </p:nvSpPr>
        <p:spPr>
          <a:xfrm>
            <a:off x="106326" y="2005619"/>
            <a:ext cx="3856040" cy="4090014"/>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Traitement des colonnes :</a:t>
            </a:r>
          </a:p>
          <a:p>
            <a:pPr marL="457200" lvl="1" indent="0">
              <a:spcBef>
                <a:spcPts val="0"/>
              </a:spcBef>
              <a:spcAft>
                <a:spcPts val="600"/>
              </a:spcAft>
              <a:buSzPts val="1000"/>
              <a:buFont typeface="Calibri" panose="020F0502020204030204" pitchFamily="34" charset="0"/>
              <a:buNone/>
              <a:tabLst>
                <a:tab pos="914400" algn="l"/>
              </a:tabLst>
            </a:pPr>
            <a:endParaRPr lang="fr-FR" sz="2400" b="1" dirty="0">
              <a:solidFill>
                <a:srgbClr val="FFFFFF"/>
              </a:solidFill>
            </a:endParaRP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Analyses univariées :</a:t>
            </a: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400" b="1" dirty="0">
                <a:solidFill>
                  <a:srgbClr val="FFFFFF"/>
                </a:solidFill>
              </a:rPr>
              <a:t>Visualisation avant et après suppression des </a:t>
            </a:r>
            <a:r>
              <a:rPr lang="fr-FR" sz="2400" b="1" dirty="0" err="1">
                <a:solidFill>
                  <a:srgbClr val="FFFFFF"/>
                </a:solidFill>
              </a:rPr>
              <a:t>outliers</a:t>
            </a:r>
            <a:r>
              <a:rPr lang="fr-FR" sz="1400" b="1" dirty="0">
                <a:solidFill>
                  <a:srgbClr val="FFFFFF"/>
                </a:solidFill>
              </a:rPr>
              <a:t> </a:t>
            </a:r>
          </a:p>
          <a:p>
            <a:pPr marL="0" lvl="1" indent="0">
              <a:lnSpc>
                <a:spcPct val="110000"/>
              </a:lnSpc>
              <a:spcBef>
                <a:spcPts val="0"/>
              </a:spcBef>
              <a:spcAft>
                <a:spcPts val="600"/>
              </a:spcAft>
              <a:buSzPts val="1000"/>
              <a:buFont typeface="Calibri" panose="020F0502020204030204" pitchFamily="34" charset="0"/>
              <a:buNone/>
              <a:tabLst>
                <a:tab pos="914400" algn="l"/>
              </a:tabLst>
            </a:pPr>
            <a:endParaRPr lang="fr-FR" sz="1400" b="1" noProof="0" dirty="0">
              <a:solidFill>
                <a:srgbClr val="FFFFFF"/>
              </a:solidFill>
            </a:endParaRPr>
          </a:p>
        </p:txBody>
      </p:sp>
      <p:sp>
        <p:nvSpPr>
          <p:cNvPr id="48" name="Rectangle 47">
            <a:extLst>
              <a:ext uri="{FF2B5EF4-FFF2-40B4-BE49-F238E27FC236}">
                <a16:creationId xmlns:a16="http://schemas.microsoft.com/office/drawing/2014/main" id="{F2AA1C61-E0DE-00DF-5932-CA9847E768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pic>
        <p:nvPicPr>
          <p:cNvPr id="5" name="Image 4">
            <a:extLst>
              <a:ext uri="{FF2B5EF4-FFF2-40B4-BE49-F238E27FC236}">
                <a16:creationId xmlns:a16="http://schemas.microsoft.com/office/drawing/2014/main" id="{A7C407D3-B33A-D486-CE04-1BAA952EC64A}"/>
              </a:ext>
            </a:extLst>
          </p:cNvPr>
          <p:cNvPicPr>
            <a:picLocks noChangeAspect="1"/>
          </p:cNvPicPr>
          <p:nvPr/>
        </p:nvPicPr>
        <p:blipFill>
          <a:blip r:embed="rId3"/>
          <a:stretch>
            <a:fillRect/>
          </a:stretch>
        </p:blipFill>
        <p:spPr>
          <a:xfrm>
            <a:off x="4476683" y="1737359"/>
            <a:ext cx="7230484" cy="3705742"/>
          </a:xfrm>
          <a:prstGeom prst="rect">
            <a:avLst/>
          </a:prstGeom>
        </p:spPr>
      </p:pic>
    </p:spTree>
    <p:extLst>
      <p:ext uri="{BB962C8B-B14F-4D97-AF65-F5344CB8AC3E}">
        <p14:creationId xmlns:p14="http://schemas.microsoft.com/office/powerpoint/2010/main" val="34877445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095AF6A-9F98-7F4A-4AEA-9394088E0D7C}"/>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1F7FE1F2-3A32-FF73-EC9D-0D55C06D88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40" name="Rectangle 39">
            <a:extLst>
              <a:ext uri="{FF2B5EF4-FFF2-40B4-BE49-F238E27FC236}">
                <a16:creationId xmlns:a16="http://schemas.microsoft.com/office/drawing/2014/main" id="{9BBB9D04-8D85-B216-D4C6-4561C7DE52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42" name="Straight Connector 41">
            <a:extLst>
              <a:ext uri="{FF2B5EF4-FFF2-40B4-BE49-F238E27FC236}">
                <a16:creationId xmlns:a16="http://schemas.microsoft.com/office/drawing/2014/main" id="{8E27B70A-6275-909B-CC85-AB3B074355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4" name="Rectangle 43">
            <a:extLst>
              <a:ext uri="{FF2B5EF4-FFF2-40B4-BE49-F238E27FC236}">
                <a16:creationId xmlns:a16="http://schemas.microsoft.com/office/drawing/2014/main" id="{8896AC27-97D0-390E-C0EE-F3979E8A63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46" name="Rectangle 45">
            <a:extLst>
              <a:ext uri="{FF2B5EF4-FFF2-40B4-BE49-F238E27FC236}">
                <a16:creationId xmlns:a16="http://schemas.microsoft.com/office/drawing/2014/main" id="{40CC0E1A-3CC6-D9EA-5144-A7B7155E6E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55014104-8833-BCAB-F5D5-66B4B04DA8AA}"/>
              </a:ext>
            </a:extLst>
          </p:cNvPr>
          <p:cNvSpPr txBox="1">
            <a:spLocks/>
          </p:cNvSpPr>
          <p:nvPr/>
        </p:nvSpPr>
        <p:spPr>
          <a:xfrm>
            <a:off x="358469" y="-259342"/>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noProof="0" dirty="0">
                <a:solidFill>
                  <a:srgbClr val="FFFFFF"/>
                </a:solidFill>
              </a:rPr>
              <a:t>Analyse Approfondie</a:t>
            </a:r>
          </a:p>
        </p:txBody>
      </p:sp>
      <p:sp>
        <p:nvSpPr>
          <p:cNvPr id="3" name="Espace réservé du contenu 2">
            <a:extLst>
              <a:ext uri="{FF2B5EF4-FFF2-40B4-BE49-F238E27FC236}">
                <a16:creationId xmlns:a16="http://schemas.microsoft.com/office/drawing/2014/main" id="{98124AAA-0B43-2FD8-837A-EA6D8D298CAD}"/>
              </a:ext>
            </a:extLst>
          </p:cNvPr>
          <p:cNvSpPr txBox="1">
            <a:spLocks/>
          </p:cNvSpPr>
          <p:nvPr/>
        </p:nvSpPr>
        <p:spPr>
          <a:xfrm>
            <a:off x="106326" y="2005619"/>
            <a:ext cx="3856040" cy="4090014"/>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Traitement des colonnes :</a:t>
            </a:r>
          </a:p>
          <a:p>
            <a:pPr marL="457200" lvl="1" indent="0">
              <a:spcBef>
                <a:spcPts val="0"/>
              </a:spcBef>
              <a:spcAft>
                <a:spcPts val="600"/>
              </a:spcAft>
              <a:buSzPts val="1000"/>
              <a:buFont typeface="Calibri" panose="020F0502020204030204" pitchFamily="34" charset="0"/>
              <a:buNone/>
              <a:tabLst>
                <a:tab pos="914400" algn="l"/>
              </a:tabLst>
            </a:pPr>
            <a:endParaRPr lang="fr-FR" sz="2400" b="1" dirty="0">
              <a:solidFill>
                <a:srgbClr val="FFFFFF"/>
              </a:solidFill>
            </a:endParaRP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Analyses univariées :</a:t>
            </a: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400" b="1" dirty="0">
                <a:solidFill>
                  <a:srgbClr val="FFFFFF"/>
                </a:solidFill>
              </a:rPr>
              <a:t>Visualisation avant et après suppression des </a:t>
            </a:r>
            <a:r>
              <a:rPr lang="fr-FR" sz="2400" b="1" dirty="0" err="1">
                <a:solidFill>
                  <a:srgbClr val="FFFFFF"/>
                </a:solidFill>
              </a:rPr>
              <a:t>outliers</a:t>
            </a:r>
            <a:r>
              <a:rPr lang="fr-FR" sz="1400" b="1" dirty="0">
                <a:solidFill>
                  <a:srgbClr val="FFFFFF"/>
                </a:solidFill>
              </a:rPr>
              <a:t> </a:t>
            </a:r>
          </a:p>
          <a:p>
            <a:pPr marL="0" lvl="1" indent="0">
              <a:lnSpc>
                <a:spcPct val="110000"/>
              </a:lnSpc>
              <a:spcBef>
                <a:spcPts val="0"/>
              </a:spcBef>
              <a:spcAft>
                <a:spcPts val="600"/>
              </a:spcAft>
              <a:buSzPts val="1000"/>
              <a:buFont typeface="Calibri" panose="020F0502020204030204" pitchFamily="34" charset="0"/>
              <a:buNone/>
              <a:tabLst>
                <a:tab pos="914400" algn="l"/>
              </a:tabLst>
            </a:pPr>
            <a:endParaRPr lang="fr-FR" sz="1400" b="1" noProof="0" dirty="0">
              <a:solidFill>
                <a:srgbClr val="FFFFFF"/>
              </a:solidFill>
            </a:endParaRPr>
          </a:p>
        </p:txBody>
      </p:sp>
      <p:sp>
        <p:nvSpPr>
          <p:cNvPr id="48" name="Rectangle 47">
            <a:extLst>
              <a:ext uri="{FF2B5EF4-FFF2-40B4-BE49-F238E27FC236}">
                <a16:creationId xmlns:a16="http://schemas.microsoft.com/office/drawing/2014/main" id="{013362E3-1CA7-5700-902D-D1D609CCD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pic>
        <p:nvPicPr>
          <p:cNvPr id="5" name="Image 4">
            <a:extLst>
              <a:ext uri="{FF2B5EF4-FFF2-40B4-BE49-F238E27FC236}">
                <a16:creationId xmlns:a16="http://schemas.microsoft.com/office/drawing/2014/main" id="{626D35C4-3E3A-306C-5956-E8F38B811C74}"/>
              </a:ext>
            </a:extLst>
          </p:cNvPr>
          <p:cNvPicPr>
            <a:picLocks noChangeAspect="1"/>
          </p:cNvPicPr>
          <p:nvPr/>
        </p:nvPicPr>
        <p:blipFill>
          <a:blip r:embed="rId3"/>
          <a:stretch>
            <a:fillRect/>
          </a:stretch>
        </p:blipFill>
        <p:spPr>
          <a:xfrm>
            <a:off x="4454926" y="1242018"/>
            <a:ext cx="7097115" cy="3591426"/>
          </a:xfrm>
          <a:prstGeom prst="rect">
            <a:avLst/>
          </a:prstGeom>
        </p:spPr>
      </p:pic>
    </p:spTree>
    <p:extLst>
      <p:ext uri="{BB962C8B-B14F-4D97-AF65-F5344CB8AC3E}">
        <p14:creationId xmlns:p14="http://schemas.microsoft.com/office/powerpoint/2010/main" val="37467382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C916224-0980-CE02-3E25-A0F602371BAF}"/>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7D62C784-BA3E-985D-C0A8-576F053AE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40" name="Rectangle 39">
            <a:extLst>
              <a:ext uri="{FF2B5EF4-FFF2-40B4-BE49-F238E27FC236}">
                <a16:creationId xmlns:a16="http://schemas.microsoft.com/office/drawing/2014/main" id="{4F9ADED4-4F0E-7C12-0B66-27E075E23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42" name="Straight Connector 41">
            <a:extLst>
              <a:ext uri="{FF2B5EF4-FFF2-40B4-BE49-F238E27FC236}">
                <a16:creationId xmlns:a16="http://schemas.microsoft.com/office/drawing/2014/main" id="{03E18C3A-3F00-7B8C-E597-E89FD51FC12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4" name="Rectangle 43">
            <a:extLst>
              <a:ext uri="{FF2B5EF4-FFF2-40B4-BE49-F238E27FC236}">
                <a16:creationId xmlns:a16="http://schemas.microsoft.com/office/drawing/2014/main" id="{B2D36F35-831F-303A-3C90-BF8CE2BBEB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46" name="Rectangle 45">
            <a:extLst>
              <a:ext uri="{FF2B5EF4-FFF2-40B4-BE49-F238E27FC236}">
                <a16:creationId xmlns:a16="http://schemas.microsoft.com/office/drawing/2014/main" id="{3C56917E-B1A1-AC68-1330-ECE185D17B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4AE3CC78-121C-AC76-E895-FE3245599369}"/>
              </a:ext>
            </a:extLst>
          </p:cNvPr>
          <p:cNvSpPr txBox="1">
            <a:spLocks/>
          </p:cNvSpPr>
          <p:nvPr/>
        </p:nvSpPr>
        <p:spPr>
          <a:xfrm>
            <a:off x="358469" y="-259342"/>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noProof="0" dirty="0">
                <a:solidFill>
                  <a:srgbClr val="FFFFFF"/>
                </a:solidFill>
              </a:rPr>
              <a:t>Analyse Approfondie</a:t>
            </a:r>
          </a:p>
        </p:txBody>
      </p:sp>
      <p:sp>
        <p:nvSpPr>
          <p:cNvPr id="3" name="Espace réservé du contenu 2">
            <a:extLst>
              <a:ext uri="{FF2B5EF4-FFF2-40B4-BE49-F238E27FC236}">
                <a16:creationId xmlns:a16="http://schemas.microsoft.com/office/drawing/2014/main" id="{F5B0A813-6AE7-9FE2-8EA7-9B61D6ABE56C}"/>
              </a:ext>
            </a:extLst>
          </p:cNvPr>
          <p:cNvSpPr txBox="1">
            <a:spLocks/>
          </p:cNvSpPr>
          <p:nvPr/>
        </p:nvSpPr>
        <p:spPr>
          <a:xfrm>
            <a:off x="106326" y="2005619"/>
            <a:ext cx="3856040" cy="4090014"/>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Traitement des colonnes :</a:t>
            </a:r>
          </a:p>
          <a:p>
            <a:pPr marL="457200" lvl="1" indent="0">
              <a:spcBef>
                <a:spcPts val="0"/>
              </a:spcBef>
              <a:spcAft>
                <a:spcPts val="600"/>
              </a:spcAft>
              <a:buSzPts val="1000"/>
              <a:buFont typeface="Calibri" panose="020F0502020204030204" pitchFamily="34" charset="0"/>
              <a:buNone/>
              <a:tabLst>
                <a:tab pos="914400" algn="l"/>
              </a:tabLst>
            </a:pPr>
            <a:endParaRPr lang="fr-FR" sz="2400" b="1" dirty="0">
              <a:solidFill>
                <a:srgbClr val="FFFFFF"/>
              </a:solidFill>
            </a:endParaRP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Analyses univariées :</a:t>
            </a: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400" b="1" dirty="0">
                <a:solidFill>
                  <a:srgbClr val="FFFFFF"/>
                </a:solidFill>
              </a:rPr>
              <a:t>Visualisation avant et après suppression des </a:t>
            </a:r>
            <a:r>
              <a:rPr lang="fr-FR" sz="2400" b="1" dirty="0" err="1">
                <a:solidFill>
                  <a:srgbClr val="FFFFFF"/>
                </a:solidFill>
              </a:rPr>
              <a:t>outliers</a:t>
            </a:r>
            <a:r>
              <a:rPr lang="fr-FR" sz="1400" b="1" dirty="0">
                <a:solidFill>
                  <a:srgbClr val="FFFFFF"/>
                </a:solidFill>
              </a:rPr>
              <a:t> </a:t>
            </a:r>
          </a:p>
          <a:p>
            <a:pPr marL="0" lvl="1" indent="0">
              <a:lnSpc>
                <a:spcPct val="110000"/>
              </a:lnSpc>
              <a:spcBef>
                <a:spcPts val="0"/>
              </a:spcBef>
              <a:spcAft>
                <a:spcPts val="600"/>
              </a:spcAft>
              <a:buSzPts val="1000"/>
              <a:buFont typeface="Calibri" panose="020F0502020204030204" pitchFamily="34" charset="0"/>
              <a:buNone/>
              <a:tabLst>
                <a:tab pos="914400" algn="l"/>
              </a:tabLst>
            </a:pPr>
            <a:endParaRPr lang="fr-FR" sz="1400" b="1" noProof="0" dirty="0">
              <a:solidFill>
                <a:srgbClr val="FFFFFF"/>
              </a:solidFill>
            </a:endParaRPr>
          </a:p>
        </p:txBody>
      </p:sp>
      <p:sp>
        <p:nvSpPr>
          <p:cNvPr id="48" name="Rectangle 47">
            <a:extLst>
              <a:ext uri="{FF2B5EF4-FFF2-40B4-BE49-F238E27FC236}">
                <a16:creationId xmlns:a16="http://schemas.microsoft.com/office/drawing/2014/main" id="{B52B384F-34AE-8D14-BE1F-98F5B678C9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pic>
        <p:nvPicPr>
          <p:cNvPr id="5" name="Image 4">
            <a:extLst>
              <a:ext uri="{FF2B5EF4-FFF2-40B4-BE49-F238E27FC236}">
                <a16:creationId xmlns:a16="http://schemas.microsoft.com/office/drawing/2014/main" id="{1D4E97C1-5F63-6040-CC30-F0F2F71FB0CC}"/>
              </a:ext>
            </a:extLst>
          </p:cNvPr>
          <p:cNvPicPr>
            <a:picLocks noChangeAspect="1"/>
          </p:cNvPicPr>
          <p:nvPr/>
        </p:nvPicPr>
        <p:blipFill>
          <a:blip r:embed="rId3"/>
          <a:stretch>
            <a:fillRect/>
          </a:stretch>
        </p:blipFill>
        <p:spPr>
          <a:xfrm>
            <a:off x="4320819" y="1614234"/>
            <a:ext cx="7325747" cy="3629532"/>
          </a:xfrm>
          <a:prstGeom prst="rect">
            <a:avLst/>
          </a:prstGeom>
        </p:spPr>
      </p:pic>
    </p:spTree>
    <p:extLst>
      <p:ext uri="{BB962C8B-B14F-4D97-AF65-F5344CB8AC3E}">
        <p14:creationId xmlns:p14="http://schemas.microsoft.com/office/powerpoint/2010/main" val="32194801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16C1D99-6DD8-8A74-F3E5-EA1DA2307AC5}"/>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EA0A09C3-66FB-F78A-F913-D93337A64B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40" name="Rectangle 39">
            <a:extLst>
              <a:ext uri="{FF2B5EF4-FFF2-40B4-BE49-F238E27FC236}">
                <a16:creationId xmlns:a16="http://schemas.microsoft.com/office/drawing/2014/main" id="{CFF5AED0-CDED-8215-441F-32AD3C6C37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42" name="Straight Connector 41">
            <a:extLst>
              <a:ext uri="{FF2B5EF4-FFF2-40B4-BE49-F238E27FC236}">
                <a16:creationId xmlns:a16="http://schemas.microsoft.com/office/drawing/2014/main" id="{9A0FCCBC-6E3C-A777-4359-6E5F447CA5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4" name="Rectangle 43">
            <a:extLst>
              <a:ext uri="{FF2B5EF4-FFF2-40B4-BE49-F238E27FC236}">
                <a16:creationId xmlns:a16="http://schemas.microsoft.com/office/drawing/2014/main" id="{90885EEB-A642-E24C-78C5-F13AB34AF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46" name="Rectangle 45">
            <a:extLst>
              <a:ext uri="{FF2B5EF4-FFF2-40B4-BE49-F238E27FC236}">
                <a16:creationId xmlns:a16="http://schemas.microsoft.com/office/drawing/2014/main" id="{4AB7840F-8E83-59B7-B0BB-4AD8EF76F8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D5DEA1C7-4629-9E50-200E-3FAD5C23E0EC}"/>
              </a:ext>
            </a:extLst>
          </p:cNvPr>
          <p:cNvSpPr txBox="1">
            <a:spLocks/>
          </p:cNvSpPr>
          <p:nvPr/>
        </p:nvSpPr>
        <p:spPr>
          <a:xfrm>
            <a:off x="358469" y="-259342"/>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noProof="0" dirty="0">
                <a:solidFill>
                  <a:srgbClr val="FFFFFF"/>
                </a:solidFill>
              </a:rPr>
              <a:t>Analyse Approfondie</a:t>
            </a:r>
          </a:p>
        </p:txBody>
      </p:sp>
      <p:sp>
        <p:nvSpPr>
          <p:cNvPr id="3" name="Espace réservé du contenu 2">
            <a:extLst>
              <a:ext uri="{FF2B5EF4-FFF2-40B4-BE49-F238E27FC236}">
                <a16:creationId xmlns:a16="http://schemas.microsoft.com/office/drawing/2014/main" id="{D6F1D8BB-5F99-6CC4-F978-8487F44AB9B7}"/>
              </a:ext>
            </a:extLst>
          </p:cNvPr>
          <p:cNvSpPr txBox="1">
            <a:spLocks/>
          </p:cNvSpPr>
          <p:nvPr/>
        </p:nvSpPr>
        <p:spPr>
          <a:xfrm>
            <a:off x="106326" y="2005619"/>
            <a:ext cx="3856040" cy="4090014"/>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Traitement des colonnes :</a:t>
            </a:r>
          </a:p>
          <a:p>
            <a:pPr marL="457200" lvl="1" indent="0">
              <a:spcBef>
                <a:spcPts val="0"/>
              </a:spcBef>
              <a:spcAft>
                <a:spcPts val="600"/>
              </a:spcAft>
              <a:buSzPts val="1000"/>
              <a:buFont typeface="Calibri" panose="020F0502020204030204" pitchFamily="34" charset="0"/>
              <a:buNone/>
              <a:tabLst>
                <a:tab pos="914400" algn="l"/>
              </a:tabLst>
            </a:pPr>
            <a:endParaRPr lang="fr-FR" sz="2400" b="1" dirty="0">
              <a:solidFill>
                <a:srgbClr val="FFFFFF"/>
              </a:solidFill>
            </a:endParaRP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Analyses bivariées :</a:t>
            </a: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400" b="1" dirty="0">
                <a:solidFill>
                  <a:srgbClr val="FFFFFF"/>
                </a:solidFill>
              </a:rPr>
              <a:t>Corrélation entre variables numériques (</a:t>
            </a:r>
            <a:r>
              <a:rPr lang="fr-FR" sz="2400" b="1" dirty="0" err="1">
                <a:solidFill>
                  <a:srgbClr val="FFFFFF"/>
                </a:solidFill>
              </a:rPr>
              <a:t>heatmap</a:t>
            </a:r>
            <a:r>
              <a:rPr lang="fr-FR" sz="2400" b="1" dirty="0">
                <a:solidFill>
                  <a:srgbClr val="FFFFFF"/>
                </a:solidFill>
              </a:rPr>
              <a:t>)</a:t>
            </a: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endParaRPr lang="fr-FR" sz="1400" b="1" noProof="0" dirty="0">
              <a:solidFill>
                <a:srgbClr val="FFFFFF"/>
              </a:solidFill>
            </a:endParaRPr>
          </a:p>
        </p:txBody>
      </p:sp>
      <p:sp>
        <p:nvSpPr>
          <p:cNvPr id="48" name="Rectangle 47">
            <a:extLst>
              <a:ext uri="{FF2B5EF4-FFF2-40B4-BE49-F238E27FC236}">
                <a16:creationId xmlns:a16="http://schemas.microsoft.com/office/drawing/2014/main" id="{24BB8A9B-6D81-1F66-632C-CB4AA9DEFB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pic>
        <p:nvPicPr>
          <p:cNvPr id="1026" name="Picture 2">
            <a:extLst>
              <a:ext uri="{FF2B5EF4-FFF2-40B4-BE49-F238E27FC236}">
                <a16:creationId xmlns:a16="http://schemas.microsoft.com/office/drawing/2014/main" id="{34090FE7-2B51-C22B-113B-56C43751FE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04079" y="95693"/>
            <a:ext cx="766445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15821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688D8B6-5BC4-A66B-94A1-A5943DE45895}"/>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9174F21C-7F3C-70AC-487B-8C75ED3D6D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40" name="Rectangle 39">
            <a:extLst>
              <a:ext uri="{FF2B5EF4-FFF2-40B4-BE49-F238E27FC236}">
                <a16:creationId xmlns:a16="http://schemas.microsoft.com/office/drawing/2014/main" id="{5BF58C52-E546-D1FE-6A6E-D74FFE3E29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42" name="Straight Connector 41">
            <a:extLst>
              <a:ext uri="{FF2B5EF4-FFF2-40B4-BE49-F238E27FC236}">
                <a16:creationId xmlns:a16="http://schemas.microsoft.com/office/drawing/2014/main" id="{36AE3C32-8B98-E1D3-85C3-FEC95BB662C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4" name="Rectangle 43">
            <a:extLst>
              <a:ext uri="{FF2B5EF4-FFF2-40B4-BE49-F238E27FC236}">
                <a16:creationId xmlns:a16="http://schemas.microsoft.com/office/drawing/2014/main" id="{9DAA9E75-76A7-3BEA-3CC9-B5DC824898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46" name="Rectangle 45">
            <a:extLst>
              <a:ext uri="{FF2B5EF4-FFF2-40B4-BE49-F238E27FC236}">
                <a16:creationId xmlns:a16="http://schemas.microsoft.com/office/drawing/2014/main" id="{692311B5-38BF-4819-E84F-83CA0381E7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0BC5B2E6-27A4-338E-EB10-31F83B585EBA}"/>
              </a:ext>
            </a:extLst>
          </p:cNvPr>
          <p:cNvSpPr txBox="1">
            <a:spLocks/>
          </p:cNvSpPr>
          <p:nvPr/>
        </p:nvSpPr>
        <p:spPr>
          <a:xfrm>
            <a:off x="358469" y="-259342"/>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noProof="0" dirty="0">
                <a:solidFill>
                  <a:srgbClr val="FFFFFF"/>
                </a:solidFill>
              </a:rPr>
              <a:t>Analyse Approfondie</a:t>
            </a:r>
          </a:p>
        </p:txBody>
      </p:sp>
      <p:sp>
        <p:nvSpPr>
          <p:cNvPr id="3" name="Espace réservé du contenu 2">
            <a:extLst>
              <a:ext uri="{FF2B5EF4-FFF2-40B4-BE49-F238E27FC236}">
                <a16:creationId xmlns:a16="http://schemas.microsoft.com/office/drawing/2014/main" id="{2174D1C3-E904-C75E-C473-133FEEEFEA44}"/>
              </a:ext>
            </a:extLst>
          </p:cNvPr>
          <p:cNvSpPr txBox="1">
            <a:spLocks/>
          </p:cNvSpPr>
          <p:nvPr/>
        </p:nvSpPr>
        <p:spPr>
          <a:xfrm>
            <a:off x="106326" y="2005619"/>
            <a:ext cx="3856040" cy="4090014"/>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Traitement des colonnes :</a:t>
            </a:r>
          </a:p>
          <a:p>
            <a:pPr marL="457200" lvl="1" indent="0">
              <a:spcBef>
                <a:spcPts val="0"/>
              </a:spcBef>
              <a:spcAft>
                <a:spcPts val="600"/>
              </a:spcAft>
              <a:buSzPts val="1000"/>
              <a:buFont typeface="Calibri" panose="020F0502020204030204" pitchFamily="34" charset="0"/>
              <a:buNone/>
              <a:tabLst>
                <a:tab pos="914400" algn="l"/>
              </a:tabLst>
            </a:pPr>
            <a:endParaRPr lang="fr-FR" sz="2400" b="1" dirty="0">
              <a:solidFill>
                <a:srgbClr val="FFFFFF"/>
              </a:solidFill>
            </a:endParaRP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Analyses bivariées :</a:t>
            </a: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400" b="1" dirty="0">
                <a:solidFill>
                  <a:srgbClr val="FFFFFF"/>
                </a:solidFill>
              </a:rPr>
              <a:t>interprétation des </a:t>
            </a:r>
            <a:r>
              <a:rPr lang="fr-FR" sz="2400" b="1" dirty="0" err="1">
                <a:solidFill>
                  <a:srgbClr val="FFFFFF"/>
                </a:solidFill>
              </a:rPr>
              <a:t>corrélaltion</a:t>
            </a:r>
            <a:r>
              <a:rPr lang="fr-FR" sz="2400" b="1" dirty="0">
                <a:solidFill>
                  <a:srgbClr val="FFFFFF"/>
                </a:solidFill>
              </a:rPr>
              <a:t> :</a:t>
            </a: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400" b="1" dirty="0">
                <a:solidFill>
                  <a:srgbClr val="FFFFFF"/>
                </a:solidFill>
              </a:rPr>
              <a:t>Test de Test de Shapiro-</a:t>
            </a:r>
            <a:r>
              <a:rPr lang="fr-FR" sz="2400" b="1" dirty="0" err="1">
                <a:solidFill>
                  <a:srgbClr val="FFFFFF"/>
                </a:solidFill>
              </a:rPr>
              <a:t>Wilk</a:t>
            </a:r>
            <a:r>
              <a:rPr lang="fr-FR" sz="2400" b="1" dirty="0">
                <a:solidFill>
                  <a:srgbClr val="FFFFFF"/>
                </a:solidFill>
              </a:rPr>
              <a:t> </a:t>
            </a: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400" b="1" dirty="0">
                <a:solidFill>
                  <a:srgbClr val="FFFFFF"/>
                </a:solidFill>
              </a:rPr>
              <a:t>Test de </a:t>
            </a:r>
            <a:r>
              <a:rPr lang="fr-FR" sz="2400" b="1" dirty="0" err="1">
                <a:solidFill>
                  <a:srgbClr val="FFFFFF"/>
                </a:solidFill>
              </a:rPr>
              <a:t>spearman</a:t>
            </a:r>
            <a:r>
              <a:rPr lang="fr-FR" sz="2400" b="1" dirty="0">
                <a:solidFill>
                  <a:srgbClr val="FFFFFF"/>
                </a:solidFill>
              </a:rPr>
              <a:t> ou de </a:t>
            </a:r>
            <a:r>
              <a:rPr lang="fr-FR" sz="2400" b="1" dirty="0" err="1">
                <a:solidFill>
                  <a:srgbClr val="FFFFFF"/>
                </a:solidFill>
              </a:rPr>
              <a:t>pearson</a:t>
            </a:r>
            <a:endParaRPr lang="fr-FR" sz="2400" b="1" dirty="0">
              <a:solidFill>
                <a:srgbClr val="FFFFFF"/>
              </a:solidFill>
            </a:endParaRPr>
          </a:p>
        </p:txBody>
      </p:sp>
      <p:sp>
        <p:nvSpPr>
          <p:cNvPr id="48" name="Rectangle 47">
            <a:extLst>
              <a:ext uri="{FF2B5EF4-FFF2-40B4-BE49-F238E27FC236}">
                <a16:creationId xmlns:a16="http://schemas.microsoft.com/office/drawing/2014/main" id="{19F765E4-7F88-32E1-9E98-E00C1685C4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pic>
        <p:nvPicPr>
          <p:cNvPr id="5" name="Image 4">
            <a:extLst>
              <a:ext uri="{FF2B5EF4-FFF2-40B4-BE49-F238E27FC236}">
                <a16:creationId xmlns:a16="http://schemas.microsoft.com/office/drawing/2014/main" id="{9121AF8E-3456-CCD9-6814-3232086692B6}"/>
              </a:ext>
            </a:extLst>
          </p:cNvPr>
          <p:cNvPicPr>
            <a:picLocks noChangeAspect="1"/>
          </p:cNvPicPr>
          <p:nvPr/>
        </p:nvPicPr>
        <p:blipFill>
          <a:blip r:embed="rId3"/>
          <a:stretch>
            <a:fillRect/>
          </a:stretch>
        </p:blipFill>
        <p:spPr>
          <a:xfrm>
            <a:off x="4210514" y="1737845"/>
            <a:ext cx="7623017" cy="2020099"/>
          </a:xfrm>
          <a:prstGeom prst="rect">
            <a:avLst/>
          </a:prstGeom>
        </p:spPr>
      </p:pic>
    </p:spTree>
    <p:extLst>
      <p:ext uri="{BB962C8B-B14F-4D97-AF65-F5344CB8AC3E}">
        <p14:creationId xmlns:p14="http://schemas.microsoft.com/office/powerpoint/2010/main" val="42360374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6227EE7-77C3-C20E-D658-5893894C01B2}"/>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4EAF4F5F-151A-7927-C470-4CB52AD679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40" name="Rectangle 39">
            <a:extLst>
              <a:ext uri="{FF2B5EF4-FFF2-40B4-BE49-F238E27FC236}">
                <a16:creationId xmlns:a16="http://schemas.microsoft.com/office/drawing/2014/main" id="{87B6EEFA-1FC5-5C94-0096-53F493E55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42" name="Straight Connector 41">
            <a:extLst>
              <a:ext uri="{FF2B5EF4-FFF2-40B4-BE49-F238E27FC236}">
                <a16:creationId xmlns:a16="http://schemas.microsoft.com/office/drawing/2014/main" id="{F1F619AB-19E1-E15B-2D45-EBBF86E9943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4" name="Rectangle 43">
            <a:extLst>
              <a:ext uri="{FF2B5EF4-FFF2-40B4-BE49-F238E27FC236}">
                <a16:creationId xmlns:a16="http://schemas.microsoft.com/office/drawing/2014/main" id="{A7E4EA42-E62E-DDC8-322C-B35873227F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46" name="Rectangle 45">
            <a:extLst>
              <a:ext uri="{FF2B5EF4-FFF2-40B4-BE49-F238E27FC236}">
                <a16:creationId xmlns:a16="http://schemas.microsoft.com/office/drawing/2014/main" id="{BA3305F6-9417-3B01-D3F4-6D06B1A328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D397CAA0-8716-2C33-BDDC-E9C2B1E38D7E}"/>
              </a:ext>
            </a:extLst>
          </p:cNvPr>
          <p:cNvSpPr txBox="1">
            <a:spLocks/>
          </p:cNvSpPr>
          <p:nvPr/>
        </p:nvSpPr>
        <p:spPr>
          <a:xfrm>
            <a:off x="358469" y="-259342"/>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noProof="0" dirty="0">
                <a:solidFill>
                  <a:srgbClr val="FFFFFF"/>
                </a:solidFill>
              </a:rPr>
              <a:t>Analyse Approfondie</a:t>
            </a:r>
          </a:p>
        </p:txBody>
      </p:sp>
      <p:sp>
        <p:nvSpPr>
          <p:cNvPr id="3" name="Espace réservé du contenu 2">
            <a:extLst>
              <a:ext uri="{FF2B5EF4-FFF2-40B4-BE49-F238E27FC236}">
                <a16:creationId xmlns:a16="http://schemas.microsoft.com/office/drawing/2014/main" id="{50521604-7E33-BCCA-7613-C6240B161BDF}"/>
              </a:ext>
            </a:extLst>
          </p:cNvPr>
          <p:cNvSpPr txBox="1">
            <a:spLocks/>
          </p:cNvSpPr>
          <p:nvPr/>
        </p:nvSpPr>
        <p:spPr>
          <a:xfrm>
            <a:off x="106326" y="2005619"/>
            <a:ext cx="3856040" cy="4090014"/>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Traitement des colonnes :</a:t>
            </a:r>
          </a:p>
          <a:p>
            <a:pPr marL="457200" lvl="1" indent="0">
              <a:spcBef>
                <a:spcPts val="0"/>
              </a:spcBef>
              <a:spcAft>
                <a:spcPts val="600"/>
              </a:spcAft>
              <a:buSzPts val="1000"/>
              <a:buFont typeface="Calibri" panose="020F0502020204030204" pitchFamily="34" charset="0"/>
              <a:buNone/>
              <a:tabLst>
                <a:tab pos="914400" algn="l"/>
              </a:tabLst>
            </a:pPr>
            <a:endParaRPr lang="fr-FR" sz="2400" b="1" dirty="0">
              <a:solidFill>
                <a:srgbClr val="FFFFFF"/>
              </a:solidFill>
            </a:endParaRP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Analyses bivariées :</a:t>
            </a: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400" b="1" dirty="0">
                <a:solidFill>
                  <a:srgbClr val="FFFFFF"/>
                </a:solidFill>
              </a:rPr>
              <a:t>interprétation des </a:t>
            </a:r>
            <a:r>
              <a:rPr lang="fr-FR" sz="2400" b="1" dirty="0" err="1">
                <a:solidFill>
                  <a:srgbClr val="FFFFFF"/>
                </a:solidFill>
              </a:rPr>
              <a:t>corrélaltion</a:t>
            </a:r>
            <a:r>
              <a:rPr lang="fr-FR" sz="2400" b="1" dirty="0">
                <a:solidFill>
                  <a:srgbClr val="FFFFFF"/>
                </a:solidFill>
              </a:rPr>
              <a:t> :</a:t>
            </a:r>
          </a:p>
        </p:txBody>
      </p:sp>
      <p:sp>
        <p:nvSpPr>
          <p:cNvPr id="48" name="Rectangle 47">
            <a:extLst>
              <a:ext uri="{FF2B5EF4-FFF2-40B4-BE49-F238E27FC236}">
                <a16:creationId xmlns:a16="http://schemas.microsoft.com/office/drawing/2014/main" id="{7FF307E6-21B1-001E-5F7C-EF09469B1F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pic>
        <p:nvPicPr>
          <p:cNvPr id="5" name="Image 4">
            <a:extLst>
              <a:ext uri="{FF2B5EF4-FFF2-40B4-BE49-F238E27FC236}">
                <a16:creationId xmlns:a16="http://schemas.microsoft.com/office/drawing/2014/main" id="{0198C9AA-0A84-FB27-7978-8273FA4B273D}"/>
              </a:ext>
            </a:extLst>
          </p:cNvPr>
          <p:cNvPicPr>
            <a:picLocks noChangeAspect="1"/>
          </p:cNvPicPr>
          <p:nvPr/>
        </p:nvPicPr>
        <p:blipFill>
          <a:blip r:embed="rId3"/>
          <a:stretch>
            <a:fillRect/>
          </a:stretch>
        </p:blipFill>
        <p:spPr>
          <a:xfrm>
            <a:off x="4939142" y="0"/>
            <a:ext cx="5551297" cy="6858000"/>
          </a:xfrm>
          <a:prstGeom prst="rect">
            <a:avLst/>
          </a:prstGeom>
        </p:spPr>
      </p:pic>
    </p:spTree>
    <p:extLst>
      <p:ext uri="{BB962C8B-B14F-4D97-AF65-F5344CB8AC3E}">
        <p14:creationId xmlns:p14="http://schemas.microsoft.com/office/powerpoint/2010/main" val="16825595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9BF38C9-F58F-F976-CA0D-E473EFA7A5F6}"/>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4E303311-14DC-E039-A4F6-F97E702D0E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40" name="Rectangle 39">
            <a:extLst>
              <a:ext uri="{FF2B5EF4-FFF2-40B4-BE49-F238E27FC236}">
                <a16:creationId xmlns:a16="http://schemas.microsoft.com/office/drawing/2014/main" id="{CB2B02FB-647B-B055-DD33-59604F9379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42" name="Straight Connector 41">
            <a:extLst>
              <a:ext uri="{FF2B5EF4-FFF2-40B4-BE49-F238E27FC236}">
                <a16:creationId xmlns:a16="http://schemas.microsoft.com/office/drawing/2014/main" id="{5B8A5213-4373-C57D-E30D-D4110C29D20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4" name="Rectangle 43">
            <a:extLst>
              <a:ext uri="{FF2B5EF4-FFF2-40B4-BE49-F238E27FC236}">
                <a16:creationId xmlns:a16="http://schemas.microsoft.com/office/drawing/2014/main" id="{E6355A17-EED4-8839-93EA-533ED4FFCB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46" name="Rectangle 45">
            <a:extLst>
              <a:ext uri="{FF2B5EF4-FFF2-40B4-BE49-F238E27FC236}">
                <a16:creationId xmlns:a16="http://schemas.microsoft.com/office/drawing/2014/main" id="{2B25B6AA-61C7-DE9F-A15F-D4145CEF66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7250241D-EBE1-DD7E-58EE-D8E57DF578CE}"/>
              </a:ext>
            </a:extLst>
          </p:cNvPr>
          <p:cNvSpPr txBox="1">
            <a:spLocks/>
          </p:cNvSpPr>
          <p:nvPr/>
        </p:nvSpPr>
        <p:spPr>
          <a:xfrm>
            <a:off x="358469" y="-259342"/>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noProof="0" dirty="0">
                <a:solidFill>
                  <a:srgbClr val="FFFFFF"/>
                </a:solidFill>
              </a:rPr>
              <a:t>Analyse Approfondie</a:t>
            </a:r>
          </a:p>
        </p:txBody>
      </p:sp>
      <p:sp>
        <p:nvSpPr>
          <p:cNvPr id="3" name="Espace réservé du contenu 2">
            <a:extLst>
              <a:ext uri="{FF2B5EF4-FFF2-40B4-BE49-F238E27FC236}">
                <a16:creationId xmlns:a16="http://schemas.microsoft.com/office/drawing/2014/main" id="{5EEA1B97-9438-9325-F38A-8DB660F0E474}"/>
              </a:ext>
            </a:extLst>
          </p:cNvPr>
          <p:cNvSpPr txBox="1">
            <a:spLocks/>
          </p:cNvSpPr>
          <p:nvPr/>
        </p:nvSpPr>
        <p:spPr>
          <a:xfrm>
            <a:off x="106326" y="2005619"/>
            <a:ext cx="3856040" cy="4090014"/>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Traitement des colonnes :</a:t>
            </a:r>
          </a:p>
          <a:p>
            <a:pPr marL="457200" lvl="1" indent="0">
              <a:spcBef>
                <a:spcPts val="0"/>
              </a:spcBef>
              <a:spcAft>
                <a:spcPts val="600"/>
              </a:spcAft>
              <a:buSzPts val="1000"/>
              <a:buFont typeface="Calibri" panose="020F0502020204030204" pitchFamily="34" charset="0"/>
              <a:buNone/>
              <a:tabLst>
                <a:tab pos="914400" algn="l"/>
              </a:tabLst>
            </a:pPr>
            <a:endParaRPr lang="fr-FR" sz="2400" b="1" dirty="0">
              <a:solidFill>
                <a:srgbClr val="FFFFFF"/>
              </a:solidFill>
            </a:endParaRP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Analyses bivariées :</a:t>
            </a: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400" b="1" dirty="0">
                <a:solidFill>
                  <a:srgbClr val="FFFFFF"/>
                </a:solidFill>
              </a:rPr>
              <a:t>Visualisation bivariée </a:t>
            </a:r>
          </a:p>
        </p:txBody>
      </p:sp>
      <p:sp>
        <p:nvSpPr>
          <p:cNvPr id="48" name="Rectangle 47">
            <a:extLst>
              <a:ext uri="{FF2B5EF4-FFF2-40B4-BE49-F238E27FC236}">
                <a16:creationId xmlns:a16="http://schemas.microsoft.com/office/drawing/2014/main" id="{4AFEF02A-92E7-0805-0833-04B788DEE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pic>
        <p:nvPicPr>
          <p:cNvPr id="6" name="Image 5">
            <a:extLst>
              <a:ext uri="{FF2B5EF4-FFF2-40B4-BE49-F238E27FC236}">
                <a16:creationId xmlns:a16="http://schemas.microsoft.com/office/drawing/2014/main" id="{A350784E-5D18-488E-B4B5-04739E6EEC79}"/>
              </a:ext>
            </a:extLst>
          </p:cNvPr>
          <p:cNvPicPr>
            <a:picLocks noChangeAspect="1"/>
          </p:cNvPicPr>
          <p:nvPr/>
        </p:nvPicPr>
        <p:blipFill>
          <a:blip r:embed="rId3"/>
          <a:stretch>
            <a:fillRect/>
          </a:stretch>
        </p:blipFill>
        <p:spPr>
          <a:xfrm>
            <a:off x="4250633" y="1157189"/>
            <a:ext cx="7674580" cy="4190988"/>
          </a:xfrm>
          <a:prstGeom prst="rect">
            <a:avLst/>
          </a:prstGeom>
        </p:spPr>
      </p:pic>
    </p:spTree>
    <p:extLst>
      <p:ext uri="{BB962C8B-B14F-4D97-AF65-F5344CB8AC3E}">
        <p14:creationId xmlns:p14="http://schemas.microsoft.com/office/powerpoint/2010/main" val="27004795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0257C5F-C596-4407-25D5-59F79EF2627A}"/>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E90CE472-8EC3-62D7-A258-62A7343EDF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40" name="Rectangle 39">
            <a:extLst>
              <a:ext uri="{FF2B5EF4-FFF2-40B4-BE49-F238E27FC236}">
                <a16:creationId xmlns:a16="http://schemas.microsoft.com/office/drawing/2014/main" id="{9BB0FDCE-277C-6CD9-D94B-976C700FC1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42" name="Straight Connector 41">
            <a:extLst>
              <a:ext uri="{FF2B5EF4-FFF2-40B4-BE49-F238E27FC236}">
                <a16:creationId xmlns:a16="http://schemas.microsoft.com/office/drawing/2014/main" id="{EF7759A4-20B6-021F-5FC7-20F3F282DE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4" name="Rectangle 43">
            <a:extLst>
              <a:ext uri="{FF2B5EF4-FFF2-40B4-BE49-F238E27FC236}">
                <a16:creationId xmlns:a16="http://schemas.microsoft.com/office/drawing/2014/main" id="{AEEA6219-FB78-92E1-6325-92D9B34E5D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46" name="Rectangle 45">
            <a:extLst>
              <a:ext uri="{FF2B5EF4-FFF2-40B4-BE49-F238E27FC236}">
                <a16:creationId xmlns:a16="http://schemas.microsoft.com/office/drawing/2014/main" id="{3F3C5CCA-E305-BF2B-F1A6-94DBF98453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0EB8CC1C-F8DF-808D-8E2F-91AD8B33C8E0}"/>
              </a:ext>
            </a:extLst>
          </p:cNvPr>
          <p:cNvSpPr txBox="1">
            <a:spLocks/>
          </p:cNvSpPr>
          <p:nvPr/>
        </p:nvSpPr>
        <p:spPr>
          <a:xfrm>
            <a:off x="358469" y="-259342"/>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noProof="0" dirty="0">
                <a:solidFill>
                  <a:srgbClr val="FFFFFF"/>
                </a:solidFill>
              </a:rPr>
              <a:t>Analyse Approfondie</a:t>
            </a:r>
          </a:p>
        </p:txBody>
      </p:sp>
      <p:sp>
        <p:nvSpPr>
          <p:cNvPr id="3" name="Espace réservé du contenu 2">
            <a:extLst>
              <a:ext uri="{FF2B5EF4-FFF2-40B4-BE49-F238E27FC236}">
                <a16:creationId xmlns:a16="http://schemas.microsoft.com/office/drawing/2014/main" id="{BF65D3A0-2B42-7A0C-8780-29E2F230EBB3}"/>
              </a:ext>
            </a:extLst>
          </p:cNvPr>
          <p:cNvSpPr txBox="1">
            <a:spLocks/>
          </p:cNvSpPr>
          <p:nvPr/>
        </p:nvSpPr>
        <p:spPr>
          <a:xfrm>
            <a:off x="106326" y="2005619"/>
            <a:ext cx="3856040" cy="4090014"/>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Traitement des colonnes :</a:t>
            </a:r>
          </a:p>
          <a:p>
            <a:pPr marL="457200" lvl="1" indent="0">
              <a:spcBef>
                <a:spcPts val="0"/>
              </a:spcBef>
              <a:spcAft>
                <a:spcPts val="600"/>
              </a:spcAft>
              <a:buSzPts val="1000"/>
              <a:buFont typeface="Calibri" panose="020F0502020204030204" pitchFamily="34" charset="0"/>
              <a:buNone/>
              <a:tabLst>
                <a:tab pos="914400" algn="l"/>
              </a:tabLst>
            </a:pPr>
            <a:endParaRPr lang="fr-FR" sz="2400" b="1" dirty="0">
              <a:solidFill>
                <a:srgbClr val="FFFFFF"/>
              </a:solidFill>
            </a:endParaRP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Analyses bivariées :</a:t>
            </a: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400" b="1" dirty="0">
                <a:solidFill>
                  <a:srgbClr val="FFFFFF"/>
                </a:solidFill>
              </a:rPr>
              <a:t>Visualisation bivariée </a:t>
            </a:r>
          </a:p>
        </p:txBody>
      </p:sp>
      <p:sp>
        <p:nvSpPr>
          <p:cNvPr id="48" name="Rectangle 47">
            <a:extLst>
              <a:ext uri="{FF2B5EF4-FFF2-40B4-BE49-F238E27FC236}">
                <a16:creationId xmlns:a16="http://schemas.microsoft.com/office/drawing/2014/main" id="{C56A3057-9DF6-915F-D982-8D30ACBDA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pic>
        <p:nvPicPr>
          <p:cNvPr id="5" name="Image 4">
            <a:extLst>
              <a:ext uri="{FF2B5EF4-FFF2-40B4-BE49-F238E27FC236}">
                <a16:creationId xmlns:a16="http://schemas.microsoft.com/office/drawing/2014/main" id="{2393FC82-84D0-1C7D-C0F1-5679684B6748}"/>
              </a:ext>
            </a:extLst>
          </p:cNvPr>
          <p:cNvPicPr>
            <a:picLocks noChangeAspect="1"/>
          </p:cNvPicPr>
          <p:nvPr/>
        </p:nvPicPr>
        <p:blipFill>
          <a:blip r:embed="rId3"/>
          <a:stretch>
            <a:fillRect/>
          </a:stretch>
        </p:blipFill>
        <p:spPr>
          <a:xfrm>
            <a:off x="5471567" y="260818"/>
            <a:ext cx="5063833" cy="6506483"/>
          </a:xfrm>
          <a:prstGeom prst="rect">
            <a:avLst/>
          </a:prstGeom>
        </p:spPr>
      </p:pic>
    </p:spTree>
    <p:extLst>
      <p:ext uri="{BB962C8B-B14F-4D97-AF65-F5344CB8AC3E}">
        <p14:creationId xmlns:p14="http://schemas.microsoft.com/office/powerpoint/2010/main" val="13048317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7D379150-F6B4-45C8-BE10-6B278AD400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40" name="Rectangle 39">
            <a:extLst>
              <a:ext uri="{FF2B5EF4-FFF2-40B4-BE49-F238E27FC236}">
                <a16:creationId xmlns:a16="http://schemas.microsoft.com/office/drawing/2014/main" id="{5FFCF544-A370-4A5D-A95F-CA6E0E7191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42" name="Straight Connector 41">
            <a:extLst>
              <a:ext uri="{FF2B5EF4-FFF2-40B4-BE49-F238E27FC236}">
                <a16:creationId xmlns:a16="http://schemas.microsoft.com/office/drawing/2014/main" id="{6EEB3B97-A638-498B-8083-54191CE71E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4" name="Rectangle 43">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46" name="Rectangle 45">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1CC46C14-445C-ABEC-B5EC-05581C351F25}"/>
              </a:ext>
            </a:extLst>
          </p:cNvPr>
          <p:cNvSpPr txBox="1">
            <a:spLocks/>
          </p:cNvSpPr>
          <p:nvPr/>
        </p:nvSpPr>
        <p:spPr>
          <a:xfrm>
            <a:off x="358469" y="-259342"/>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noProof="0" dirty="0">
                <a:solidFill>
                  <a:srgbClr val="FFFFFF"/>
                </a:solidFill>
              </a:rPr>
              <a:t>Analyse Approfondie</a:t>
            </a:r>
          </a:p>
        </p:txBody>
      </p:sp>
      <p:sp>
        <p:nvSpPr>
          <p:cNvPr id="3" name="Espace réservé du contenu 2">
            <a:extLst>
              <a:ext uri="{FF2B5EF4-FFF2-40B4-BE49-F238E27FC236}">
                <a16:creationId xmlns:a16="http://schemas.microsoft.com/office/drawing/2014/main" id="{87286E50-FA5C-BF29-3305-47D4F0622D0C}"/>
              </a:ext>
            </a:extLst>
          </p:cNvPr>
          <p:cNvSpPr txBox="1">
            <a:spLocks/>
          </p:cNvSpPr>
          <p:nvPr/>
        </p:nvSpPr>
        <p:spPr>
          <a:xfrm>
            <a:off x="66442" y="2103875"/>
            <a:ext cx="3955114" cy="4754124"/>
          </a:xfrm>
          <a:prstGeom prst="rect">
            <a:avLst/>
          </a:prstGeom>
        </p:spPr>
        <p:txBody>
          <a:bodyPr vert="horz" lIns="0" tIns="45720" rIns="0" bIns="45720" rtlCol="0">
            <a:normAutofit fontScale="25000" lnSpcReduction="2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457200" lvl="1" indent="0">
              <a:lnSpc>
                <a:spcPct val="100000"/>
              </a:lnSpc>
              <a:spcBef>
                <a:spcPts val="0"/>
              </a:spcBef>
              <a:spcAft>
                <a:spcPts val="600"/>
              </a:spcAft>
              <a:buSzPts val="1000"/>
              <a:buNone/>
              <a:tabLst>
                <a:tab pos="914400" algn="l"/>
              </a:tabLst>
            </a:pPr>
            <a:r>
              <a:rPr lang="fr-FR" sz="9600" b="1" noProof="0" dirty="0">
                <a:solidFill>
                  <a:srgbClr val="FFFFFF"/>
                </a:solidFill>
              </a:rPr>
              <a:t>Traitement des colonnes :</a:t>
            </a:r>
          </a:p>
          <a:p>
            <a:pPr marL="457200" lvl="1" indent="0">
              <a:spcBef>
                <a:spcPts val="0"/>
              </a:spcBef>
              <a:spcAft>
                <a:spcPts val="600"/>
              </a:spcAft>
              <a:buSzPts val="1000"/>
              <a:buFont typeface="Calibri" panose="020F0502020204030204" pitchFamily="34" charset="0"/>
              <a:buNone/>
              <a:tabLst>
                <a:tab pos="914400" algn="l"/>
              </a:tabLst>
            </a:pPr>
            <a:endParaRPr lang="fr-FR" sz="9600" b="1" noProof="0" dirty="0">
              <a:solidFill>
                <a:srgbClr val="FFFFFF"/>
              </a:solidFill>
            </a:endParaRPr>
          </a:p>
          <a:p>
            <a:pPr marL="0" lvl="1" indent="0">
              <a:lnSpc>
                <a:spcPct val="110000"/>
              </a:lnSpc>
              <a:spcBef>
                <a:spcPts val="0"/>
              </a:spcBef>
              <a:spcAft>
                <a:spcPts val="600"/>
              </a:spcAft>
              <a:buSzPts val="1000"/>
              <a:buFont typeface="Calibri" panose="020F0502020204030204" pitchFamily="34" charset="0"/>
              <a:buNone/>
              <a:tabLst>
                <a:tab pos="914400" algn="l"/>
              </a:tabLst>
            </a:pPr>
            <a:r>
              <a:rPr lang="fr-FR" sz="9600" b="1" noProof="0" dirty="0">
                <a:solidFill>
                  <a:srgbClr val="FFFFFF"/>
                </a:solidFill>
              </a:rPr>
              <a:t>Analyses univariées : </a:t>
            </a:r>
          </a:p>
          <a:p>
            <a:pPr marL="1143000" lvl="1" indent="-685800">
              <a:lnSpc>
                <a:spcPct val="110000"/>
              </a:lnSpc>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7200" b="1" noProof="0" dirty="0">
                <a:solidFill>
                  <a:srgbClr val="FFFFFF"/>
                </a:solidFill>
              </a:rPr>
              <a:t>Comment repérer les autres valeurs aberrantes ? </a:t>
            </a:r>
          </a:p>
          <a:p>
            <a:pPr marL="1143000" lvl="1" indent="-685800">
              <a:lnSpc>
                <a:spcPct val="110000"/>
              </a:lnSpc>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7200" b="1" noProof="0" dirty="0">
                <a:solidFill>
                  <a:srgbClr val="FFFFFF"/>
                </a:solidFill>
              </a:rPr>
              <a:t>Les colonnes </a:t>
            </a:r>
            <a:r>
              <a:rPr lang="fr-FR" sz="7200" b="1" noProof="0" dirty="0" err="1">
                <a:solidFill>
                  <a:srgbClr val="FFFFFF"/>
                </a:solidFill>
              </a:rPr>
              <a:t>nutrition_grade_fr</a:t>
            </a:r>
            <a:r>
              <a:rPr lang="fr-FR" sz="7200" b="1" noProof="0" dirty="0">
                <a:solidFill>
                  <a:srgbClr val="FFFFFF"/>
                </a:solidFill>
              </a:rPr>
              <a:t> et nutrition-score-fr_100g</a:t>
            </a:r>
          </a:p>
          <a:p>
            <a:pPr marL="1143000" lvl="1" indent="-685800">
              <a:lnSpc>
                <a:spcPct val="110000"/>
              </a:lnSpc>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7200" b="1" noProof="0" dirty="0">
                <a:solidFill>
                  <a:srgbClr val="FFFFFF"/>
                </a:solidFill>
              </a:rPr>
              <a:t>Valeurs non concordantes : 185394 </a:t>
            </a:r>
          </a:p>
          <a:p>
            <a:pPr marL="1143000" lvl="1" indent="-685800">
              <a:lnSpc>
                <a:spcPct val="110000"/>
              </a:lnSpc>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7200" b="1" noProof="0" dirty="0">
                <a:solidFill>
                  <a:srgbClr val="FFFFFF"/>
                </a:solidFill>
                <a:sym typeface="Wingdings" panose="05000000000000000000" pitchFamily="2" charset="2"/>
              </a:rPr>
              <a:t>Décision métier : prise en compte des de la colonne nutrition_score_fr_100g et modification de la colonne </a:t>
            </a:r>
            <a:r>
              <a:rPr lang="fr-FR" sz="7200" b="1" noProof="0" dirty="0" err="1">
                <a:solidFill>
                  <a:srgbClr val="FFFFFF"/>
                </a:solidFill>
                <a:sym typeface="Wingdings" panose="05000000000000000000" pitchFamily="2" charset="2"/>
              </a:rPr>
              <a:t>nutrition_grade_fr</a:t>
            </a:r>
            <a:r>
              <a:rPr lang="fr-FR" sz="7200" b="1" noProof="0" dirty="0">
                <a:solidFill>
                  <a:srgbClr val="FFFFFF"/>
                </a:solidFill>
                <a:sym typeface="Wingdings" panose="05000000000000000000" pitchFamily="2" charset="2"/>
              </a:rPr>
              <a:t> </a:t>
            </a:r>
          </a:p>
          <a:p>
            <a:pPr marL="742950" lvl="1" indent="-285750">
              <a:lnSpc>
                <a:spcPct val="110000"/>
              </a:lnSpc>
              <a:spcBef>
                <a:spcPts val="0"/>
              </a:spcBef>
              <a:spcAft>
                <a:spcPts val="600"/>
              </a:spcAft>
              <a:buSzPts val="1000"/>
              <a:buFont typeface="Calibri" panose="020F0502020204030204" pitchFamily="34" charset="0"/>
              <a:buChar char="o"/>
              <a:tabLst>
                <a:tab pos="914400" algn="l"/>
              </a:tabLst>
            </a:pPr>
            <a:endParaRPr lang="fr-FR" sz="5600" b="1" noProof="0" dirty="0">
              <a:solidFill>
                <a:srgbClr val="FFFFFF"/>
              </a:solidFill>
            </a:endParaRPr>
          </a:p>
          <a:p>
            <a:pPr marL="457200" lvl="1" indent="0">
              <a:spcBef>
                <a:spcPts val="0"/>
              </a:spcBef>
              <a:spcAft>
                <a:spcPts val="600"/>
              </a:spcAft>
              <a:buSzPts val="1000"/>
              <a:buFont typeface="Calibri" panose="020F0502020204030204" pitchFamily="34" charset="0"/>
              <a:buNone/>
              <a:tabLst>
                <a:tab pos="914400" algn="l"/>
              </a:tabLst>
            </a:pPr>
            <a:endParaRPr lang="fr-FR" sz="1500" b="1" noProof="0" dirty="0">
              <a:solidFill>
                <a:srgbClr val="FFFFFF"/>
              </a:solidFill>
            </a:endParaRPr>
          </a:p>
        </p:txBody>
      </p:sp>
      <p:sp>
        <p:nvSpPr>
          <p:cNvPr id="48" name="Rectangle 47">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pic>
        <p:nvPicPr>
          <p:cNvPr id="6" name="Image 5">
            <a:extLst>
              <a:ext uri="{FF2B5EF4-FFF2-40B4-BE49-F238E27FC236}">
                <a16:creationId xmlns:a16="http://schemas.microsoft.com/office/drawing/2014/main" id="{FC3701C6-4B16-A55A-365C-5A8375113C65}"/>
              </a:ext>
            </a:extLst>
          </p:cNvPr>
          <p:cNvPicPr>
            <a:picLocks noChangeAspect="1"/>
          </p:cNvPicPr>
          <p:nvPr/>
        </p:nvPicPr>
        <p:blipFill>
          <a:blip r:embed="rId3"/>
          <a:stretch>
            <a:fillRect/>
          </a:stretch>
        </p:blipFill>
        <p:spPr>
          <a:xfrm>
            <a:off x="4250006" y="867023"/>
            <a:ext cx="7745549" cy="4893047"/>
          </a:xfrm>
          <a:prstGeom prst="rect">
            <a:avLst/>
          </a:prstGeom>
        </p:spPr>
      </p:pic>
    </p:spTree>
    <p:extLst>
      <p:ext uri="{BB962C8B-B14F-4D97-AF65-F5344CB8AC3E}">
        <p14:creationId xmlns:p14="http://schemas.microsoft.com/office/powerpoint/2010/main" val="28203105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7D379150-F6B4-45C8-BE10-6B278AD400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40" name="Rectangle 39">
            <a:extLst>
              <a:ext uri="{FF2B5EF4-FFF2-40B4-BE49-F238E27FC236}">
                <a16:creationId xmlns:a16="http://schemas.microsoft.com/office/drawing/2014/main" id="{5FFCF544-A370-4A5D-A95F-CA6E0E7191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42" name="Straight Connector 41">
            <a:extLst>
              <a:ext uri="{FF2B5EF4-FFF2-40B4-BE49-F238E27FC236}">
                <a16:creationId xmlns:a16="http://schemas.microsoft.com/office/drawing/2014/main" id="{6EEB3B97-A638-498B-8083-54191CE71E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4" name="Rectangle 43">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46" name="Rectangle 45">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1CC46C14-445C-ABEC-B5EC-05581C351F25}"/>
              </a:ext>
            </a:extLst>
          </p:cNvPr>
          <p:cNvSpPr txBox="1">
            <a:spLocks/>
          </p:cNvSpPr>
          <p:nvPr/>
        </p:nvSpPr>
        <p:spPr>
          <a:xfrm>
            <a:off x="358469" y="-259342"/>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noProof="0" dirty="0">
                <a:solidFill>
                  <a:srgbClr val="FFFFFF"/>
                </a:solidFill>
              </a:rPr>
              <a:t>Analyse Approfondie</a:t>
            </a:r>
          </a:p>
        </p:txBody>
      </p:sp>
      <p:sp>
        <p:nvSpPr>
          <p:cNvPr id="3" name="Espace réservé du contenu 2">
            <a:extLst>
              <a:ext uri="{FF2B5EF4-FFF2-40B4-BE49-F238E27FC236}">
                <a16:creationId xmlns:a16="http://schemas.microsoft.com/office/drawing/2014/main" id="{87286E50-FA5C-BF29-3305-47D4F0622D0C}"/>
              </a:ext>
            </a:extLst>
          </p:cNvPr>
          <p:cNvSpPr txBox="1">
            <a:spLocks/>
          </p:cNvSpPr>
          <p:nvPr/>
        </p:nvSpPr>
        <p:spPr>
          <a:xfrm>
            <a:off x="66442" y="2103875"/>
            <a:ext cx="3955114" cy="4754125"/>
          </a:xfrm>
          <a:prstGeom prst="rect">
            <a:avLst/>
          </a:prstGeom>
        </p:spPr>
        <p:txBody>
          <a:bodyPr vert="horz" lIns="0" tIns="45720" rIns="0" bIns="45720" rtlCol="0">
            <a:normAutofit fontScale="25000" lnSpcReduction="2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457200" lvl="1" indent="0">
              <a:lnSpc>
                <a:spcPct val="110000"/>
              </a:lnSpc>
              <a:spcBef>
                <a:spcPts val="0"/>
              </a:spcBef>
              <a:spcAft>
                <a:spcPts val="600"/>
              </a:spcAft>
              <a:buSzPts val="1000"/>
              <a:buFont typeface="Calibri" panose="020F0502020204030204" pitchFamily="34" charset="0"/>
              <a:buNone/>
              <a:tabLst>
                <a:tab pos="914400" algn="l"/>
              </a:tabLst>
            </a:pPr>
            <a:r>
              <a:rPr lang="fr-FR" sz="9600" b="1" noProof="0" dirty="0">
                <a:solidFill>
                  <a:srgbClr val="FFFFFF"/>
                </a:solidFill>
              </a:rPr>
              <a:t>Traitement des colonnes :</a:t>
            </a:r>
          </a:p>
          <a:p>
            <a:pPr marL="457200" lvl="1" indent="0">
              <a:spcBef>
                <a:spcPts val="0"/>
              </a:spcBef>
              <a:spcAft>
                <a:spcPts val="600"/>
              </a:spcAft>
              <a:buSzPts val="1000"/>
              <a:buFont typeface="Calibri" panose="020F0502020204030204" pitchFamily="34" charset="0"/>
              <a:buNone/>
              <a:tabLst>
                <a:tab pos="914400" algn="l"/>
              </a:tabLst>
            </a:pPr>
            <a:endParaRPr lang="fr-FR" sz="7400" b="1" noProof="0" dirty="0">
              <a:solidFill>
                <a:srgbClr val="FFFFFF"/>
              </a:solidFill>
            </a:endParaRPr>
          </a:p>
          <a:p>
            <a:pPr marL="1143000" lvl="1" indent="-1143000">
              <a:lnSpc>
                <a:spcPct val="110000"/>
              </a:lnSpc>
              <a:spcBef>
                <a:spcPts val="0"/>
              </a:spcBef>
              <a:spcAft>
                <a:spcPts val="600"/>
              </a:spcAft>
              <a:buClr>
                <a:schemeClr val="tx1"/>
              </a:buClr>
              <a:buSzPts val="1000"/>
              <a:buFont typeface="Wingdings" panose="05000000000000000000" pitchFamily="2" charset="2"/>
              <a:buChar char="v"/>
              <a:tabLst>
                <a:tab pos="914400" algn="l"/>
              </a:tabLst>
            </a:pPr>
            <a:r>
              <a:rPr lang="fr-FR" sz="7400" b="1" noProof="0" dirty="0">
                <a:solidFill>
                  <a:srgbClr val="FFFFFF"/>
                </a:solidFill>
              </a:rPr>
              <a:t>Traitement des données manquantes : </a:t>
            </a:r>
          </a:p>
          <a:p>
            <a:pPr marL="1314450" lvl="1" indent="-857250">
              <a:lnSpc>
                <a:spcPct val="110000"/>
              </a:lnSpc>
              <a:spcBef>
                <a:spcPts val="0"/>
              </a:spcBef>
              <a:spcAft>
                <a:spcPts val="600"/>
              </a:spcAft>
              <a:buClr>
                <a:schemeClr val="bg2">
                  <a:lumMod val="10000"/>
                </a:schemeClr>
              </a:buClr>
              <a:buSzPts val="1000"/>
              <a:buFont typeface="Wingdings" panose="05000000000000000000" pitchFamily="2" charset="2"/>
              <a:buChar char="Ø"/>
              <a:tabLst>
                <a:tab pos="914400" algn="l"/>
              </a:tabLst>
            </a:pPr>
            <a:r>
              <a:rPr lang="fr-FR" sz="7200" b="1" noProof="0" dirty="0">
                <a:solidFill>
                  <a:srgbClr val="FFFFFF"/>
                </a:solidFill>
              </a:rPr>
              <a:t>Pourcentage des données manquante par colonne: </a:t>
            </a:r>
          </a:p>
          <a:p>
            <a:pPr marL="1314450" lvl="1" indent="-857250">
              <a:lnSpc>
                <a:spcPct val="110000"/>
              </a:lnSpc>
              <a:spcBef>
                <a:spcPts val="0"/>
              </a:spcBef>
              <a:spcAft>
                <a:spcPts val="600"/>
              </a:spcAft>
              <a:buClr>
                <a:schemeClr val="bg2">
                  <a:lumMod val="10000"/>
                </a:schemeClr>
              </a:buClr>
              <a:buSzPts val="1000"/>
              <a:buFont typeface="Wingdings" panose="05000000000000000000" pitchFamily="2" charset="2"/>
              <a:buChar char="Ø"/>
              <a:tabLst>
                <a:tab pos="914400" algn="l"/>
              </a:tabLst>
            </a:pPr>
            <a:r>
              <a:rPr lang="fr-FR" sz="7200" b="1" noProof="0" dirty="0">
                <a:solidFill>
                  <a:srgbClr val="FFFFFF"/>
                </a:solidFill>
              </a:rPr>
              <a:t>% de données manquantes entre 18 et 37%  </a:t>
            </a:r>
          </a:p>
          <a:p>
            <a:pPr marL="1314450" lvl="1" indent="-857250">
              <a:lnSpc>
                <a:spcPct val="110000"/>
              </a:lnSpc>
              <a:spcBef>
                <a:spcPts val="0"/>
              </a:spcBef>
              <a:spcAft>
                <a:spcPts val="600"/>
              </a:spcAft>
              <a:buClr>
                <a:schemeClr val="bg2">
                  <a:lumMod val="10000"/>
                </a:schemeClr>
              </a:buClr>
              <a:buSzPts val="1000"/>
              <a:buFont typeface="Wingdings" panose="05000000000000000000" pitchFamily="2" charset="2"/>
              <a:buChar char="v"/>
              <a:tabLst>
                <a:tab pos="914400" algn="l"/>
              </a:tabLst>
            </a:pPr>
            <a:r>
              <a:rPr lang="fr-FR" sz="7200" b="1" noProof="0" dirty="0" err="1">
                <a:solidFill>
                  <a:srgbClr val="FFFFFF"/>
                </a:solidFill>
              </a:rPr>
              <a:t>Descision</a:t>
            </a:r>
            <a:r>
              <a:rPr lang="fr-FR" sz="7200" b="1" noProof="0" dirty="0">
                <a:solidFill>
                  <a:srgbClr val="FFFFFF"/>
                </a:solidFill>
              </a:rPr>
              <a:t> métier :</a:t>
            </a:r>
          </a:p>
          <a:p>
            <a:pPr marL="1497330" lvl="2" indent="-857250">
              <a:lnSpc>
                <a:spcPct val="110000"/>
              </a:lnSpc>
              <a:spcBef>
                <a:spcPts val="0"/>
              </a:spcBef>
              <a:spcAft>
                <a:spcPts val="600"/>
              </a:spcAft>
              <a:buClr>
                <a:schemeClr val="bg2">
                  <a:lumMod val="10000"/>
                </a:schemeClr>
              </a:buClr>
              <a:buSzPts val="1000"/>
              <a:buFont typeface="Wingdings" panose="05000000000000000000" pitchFamily="2" charset="2"/>
              <a:buChar char="ü"/>
              <a:tabLst>
                <a:tab pos="914400" algn="l"/>
              </a:tabLst>
            </a:pPr>
            <a:r>
              <a:rPr lang="fr-FR" sz="7200" b="1" noProof="0" dirty="0">
                <a:solidFill>
                  <a:srgbClr val="FFFFFF"/>
                </a:solidFill>
              </a:rPr>
              <a:t>Echantillonnage </a:t>
            </a:r>
          </a:p>
          <a:p>
            <a:pPr marL="1497330" lvl="2" indent="-857250">
              <a:lnSpc>
                <a:spcPct val="110000"/>
              </a:lnSpc>
              <a:spcBef>
                <a:spcPts val="0"/>
              </a:spcBef>
              <a:spcAft>
                <a:spcPts val="600"/>
              </a:spcAft>
              <a:buClr>
                <a:schemeClr val="bg2">
                  <a:lumMod val="10000"/>
                </a:schemeClr>
              </a:buClr>
              <a:buSzPts val="1000"/>
              <a:buFont typeface="Wingdings" panose="05000000000000000000" pitchFamily="2" charset="2"/>
              <a:buChar char="ü"/>
              <a:tabLst>
                <a:tab pos="914400" algn="l"/>
              </a:tabLst>
            </a:pPr>
            <a:r>
              <a:rPr lang="fr-FR" sz="7200" b="1" noProof="0" dirty="0">
                <a:solidFill>
                  <a:srgbClr val="FFFFFF"/>
                </a:solidFill>
              </a:rPr>
              <a:t>Imputation par médiane</a:t>
            </a:r>
          </a:p>
          <a:p>
            <a:pPr marL="1497330" lvl="2" indent="-857250">
              <a:lnSpc>
                <a:spcPct val="110000"/>
              </a:lnSpc>
              <a:spcBef>
                <a:spcPts val="0"/>
              </a:spcBef>
              <a:spcAft>
                <a:spcPts val="600"/>
              </a:spcAft>
              <a:buClr>
                <a:schemeClr val="bg2">
                  <a:lumMod val="10000"/>
                </a:schemeClr>
              </a:buClr>
              <a:buSzPts val="1000"/>
              <a:buFont typeface="Wingdings" panose="05000000000000000000" pitchFamily="2" charset="2"/>
              <a:buChar char="ü"/>
              <a:tabLst>
                <a:tab pos="914400" algn="l"/>
              </a:tabLst>
            </a:pPr>
            <a:r>
              <a:rPr lang="fr-FR" sz="7200" b="1" noProof="0" dirty="0">
                <a:solidFill>
                  <a:srgbClr val="FFFFFF"/>
                </a:solidFill>
              </a:rPr>
              <a:t>Imputation Itérative</a:t>
            </a:r>
          </a:p>
          <a:p>
            <a:pPr marL="1497330" lvl="2" indent="-857250">
              <a:lnSpc>
                <a:spcPct val="110000"/>
              </a:lnSpc>
              <a:spcBef>
                <a:spcPts val="0"/>
              </a:spcBef>
              <a:spcAft>
                <a:spcPts val="600"/>
              </a:spcAft>
              <a:buClr>
                <a:schemeClr val="bg2">
                  <a:lumMod val="10000"/>
                </a:schemeClr>
              </a:buClr>
              <a:buSzPts val="1000"/>
              <a:buFont typeface="Wingdings" panose="05000000000000000000" pitchFamily="2" charset="2"/>
              <a:buChar char="ü"/>
              <a:tabLst>
                <a:tab pos="914400" algn="l"/>
              </a:tabLst>
            </a:pPr>
            <a:r>
              <a:rPr lang="fr-FR" sz="7200" b="1" noProof="0" dirty="0">
                <a:solidFill>
                  <a:srgbClr val="FFFFFF"/>
                </a:solidFill>
              </a:rPr>
              <a:t>Imputation KNN </a:t>
            </a:r>
          </a:p>
          <a:p>
            <a:pPr marL="925830" lvl="2" indent="-285750">
              <a:lnSpc>
                <a:spcPct val="110000"/>
              </a:lnSpc>
              <a:spcBef>
                <a:spcPts val="0"/>
              </a:spcBef>
              <a:spcAft>
                <a:spcPts val="600"/>
              </a:spcAft>
              <a:buSzPts val="1000"/>
              <a:buFont typeface="Calibri" panose="020F0502020204030204" pitchFamily="34" charset="0"/>
              <a:buChar char="o"/>
              <a:tabLst>
                <a:tab pos="914400" algn="l"/>
              </a:tabLst>
            </a:pPr>
            <a:endParaRPr lang="fr-FR" sz="5200" b="1" noProof="0" dirty="0">
              <a:solidFill>
                <a:srgbClr val="FFFFFF"/>
              </a:solidFill>
            </a:endParaRPr>
          </a:p>
          <a:p>
            <a:pPr marL="925830" lvl="2" indent="-285750">
              <a:lnSpc>
                <a:spcPct val="110000"/>
              </a:lnSpc>
              <a:spcBef>
                <a:spcPts val="0"/>
              </a:spcBef>
              <a:spcAft>
                <a:spcPts val="600"/>
              </a:spcAft>
              <a:buSzPts val="1000"/>
              <a:buFont typeface="Calibri" panose="020F0502020204030204" pitchFamily="34" charset="0"/>
              <a:buChar char="o"/>
              <a:tabLst>
                <a:tab pos="914400" algn="l"/>
              </a:tabLst>
            </a:pPr>
            <a:endParaRPr lang="fr-FR" sz="5200" b="1" noProof="0" dirty="0">
              <a:solidFill>
                <a:srgbClr val="FFFFFF"/>
              </a:solidFill>
            </a:endParaRPr>
          </a:p>
          <a:p>
            <a:pPr marL="925830" lvl="2" indent="-285750">
              <a:lnSpc>
                <a:spcPct val="110000"/>
              </a:lnSpc>
              <a:spcBef>
                <a:spcPts val="0"/>
              </a:spcBef>
              <a:spcAft>
                <a:spcPts val="600"/>
              </a:spcAft>
              <a:buSzPts val="1000"/>
              <a:buFont typeface="Calibri" panose="020F0502020204030204" pitchFamily="34" charset="0"/>
              <a:buChar char="o"/>
              <a:tabLst>
                <a:tab pos="914400" algn="l"/>
              </a:tabLst>
            </a:pPr>
            <a:endParaRPr lang="fr-FR" sz="5200" b="1" noProof="0" dirty="0">
              <a:solidFill>
                <a:srgbClr val="FFFFFF"/>
              </a:solidFill>
            </a:endParaRPr>
          </a:p>
          <a:p>
            <a:pPr marL="742950" lvl="1" indent="-285750">
              <a:lnSpc>
                <a:spcPct val="110000"/>
              </a:lnSpc>
              <a:spcBef>
                <a:spcPts val="0"/>
              </a:spcBef>
              <a:spcAft>
                <a:spcPts val="600"/>
              </a:spcAft>
              <a:buSzPts val="1000"/>
              <a:buFont typeface="Calibri" panose="020F0502020204030204" pitchFamily="34" charset="0"/>
              <a:buChar char="o"/>
              <a:tabLst>
                <a:tab pos="914400" algn="l"/>
              </a:tabLst>
            </a:pPr>
            <a:endParaRPr lang="fr-FR" sz="5600" b="1" noProof="0" dirty="0">
              <a:solidFill>
                <a:srgbClr val="FFFFFF"/>
              </a:solidFill>
            </a:endParaRPr>
          </a:p>
          <a:p>
            <a:pPr marL="742950" lvl="1" indent="-285750">
              <a:lnSpc>
                <a:spcPct val="110000"/>
              </a:lnSpc>
              <a:spcBef>
                <a:spcPts val="0"/>
              </a:spcBef>
              <a:spcAft>
                <a:spcPts val="600"/>
              </a:spcAft>
              <a:buSzPts val="1000"/>
              <a:buFont typeface="Calibri" panose="020F0502020204030204" pitchFamily="34" charset="0"/>
              <a:buChar char="o"/>
              <a:tabLst>
                <a:tab pos="914400" algn="l"/>
              </a:tabLst>
            </a:pPr>
            <a:endParaRPr lang="fr-FR" sz="5600" b="1" noProof="0" dirty="0">
              <a:solidFill>
                <a:srgbClr val="FFFFFF"/>
              </a:solidFill>
            </a:endParaRPr>
          </a:p>
          <a:p>
            <a:pPr marL="457200" lvl="1" indent="0">
              <a:spcBef>
                <a:spcPts val="0"/>
              </a:spcBef>
              <a:spcAft>
                <a:spcPts val="600"/>
              </a:spcAft>
              <a:buSzPts val="1000"/>
              <a:buFont typeface="Calibri" panose="020F0502020204030204" pitchFamily="34" charset="0"/>
              <a:buNone/>
              <a:tabLst>
                <a:tab pos="914400" algn="l"/>
              </a:tabLst>
            </a:pPr>
            <a:endParaRPr lang="fr-FR" sz="1500" b="1" noProof="0" dirty="0">
              <a:solidFill>
                <a:srgbClr val="FFFFFF"/>
              </a:solidFill>
            </a:endParaRPr>
          </a:p>
        </p:txBody>
      </p:sp>
      <p:sp>
        <p:nvSpPr>
          <p:cNvPr id="48" name="Rectangle 47">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pic>
        <p:nvPicPr>
          <p:cNvPr id="10" name="Image 9">
            <a:extLst>
              <a:ext uri="{FF2B5EF4-FFF2-40B4-BE49-F238E27FC236}">
                <a16:creationId xmlns:a16="http://schemas.microsoft.com/office/drawing/2014/main" id="{B9BFA8AC-57E3-DE7A-2CA0-8B5CC4FC1A8D}"/>
              </a:ext>
            </a:extLst>
          </p:cNvPr>
          <p:cNvPicPr>
            <a:picLocks noChangeAspect="1"/>
          </p:cNvPicPr>
          <p:nvPr/>
        </p:nvPicPr>
        <p:blipFill>
          <a:blip r:embed="rId3"/>
          <a:stretch>
            <a:fillRect/>
          </a:stretch>
        </p:blipFill>
        <p:spPr>
          <a:xfrm>
            <a:off x="5573339" y="1627866"/>
            <a:ext cx="3820058" cy="3181794"/>
          </a:xfrm>
          <a:prstGeom prst="rect">
            <a:avLst/>
          </a:prstGeom>
        </p:spPr>
      </p:pic>
      <p:pic>
        <p:nvPicPr>
          <p:cNvPr id="11" name="Image 10">
            <a:extLst>
              <a:ext uri="{FF2B5EF4-FFF2-40B4-BE49-F238E27FC236}">
                <a16:creationId xmlns:a16="http://schemas.microsoft.com/office/drawing/2014/main" id="{60C63F72-AF4D-4583-60C7-1C436F51F346}"/>
              </a:ext>
            </a:extLst>
          </p:cNvPr>
          <p:cNvPicPr>
            <a:picLocks noChangeAspect="1"/>
          </p:cNvPicPr>
          <p:nvPr/>
        </p:nvPicPr>
        <p:blipFill>
          <a:blip r:embed="rId4"/>
          <a:stretch>
            <a:fillRect/>
          </a:stretch>
        </p:blipFill>
        <p:spPr>
          <a:xfrm>
            <a:off x="4208844" y="1627380"/>
            <a:ext cx="8043897" cy="3264427"/>
          </a:xfrm>
          <a:prstGeom prst="rect">
            <a:avLst/>
          </a:prstGeom>
        </p:spPr>
      </p:pic>
      <p:pic>
        <p:nvPicPr>
          <p:cNvPr id="13" name="Image 12">
            <a:extLst>
              <a:ext uri="{FF2B5EF4-FFF2-40B4-BE49-F238E27FC236}">
                <a16:creationId xmlns:a16="http://schemas.microsoft.com/office/drawing/2014/main" id="{DF0808C2-E550-0151-CD2B-FE0F145987F4}"/>
              </a:ext>
            </a:extLst>
          </p:cNvPr>
          <p:cNvPicPr>
            <a:picLocks noChangeAspect="1"/>
          </p:cNvPicPr>
          <p:nvPr/>
        </p:nvPicPr>
        <p:blipFill>
          <a:blip r:embed="rId5"/>
          <a:stretch>
            <a:fillRect/>
          </a:stretch>
        </p:blipFill>
        <p:spPr>
          <a:xfrm>
            <a:off x="4208844" y="1586549"/>
            <a:ext cx="8082236" cy="3264427"/>
          </a:xfrm>
          <a:prstGeom prst="rect">
            <a:avLst/>
          </a:prstGeom>
        </p:spPr>
      </p:pic>
      <p:pic>
        <p:nvPicPr>
          <p:cNvPr id="15" name="Image 14">
            <a:extLst>
              <a:ext uri="{FF2B5EF4-FFF2-40B4-BE49-F238E27FC236}">
                <a16:creationId xmlns:a16="http://schemas.microsoft.com/office/drawing/2014/main" id="{8F0088D4-8DC4-E3D9-5520-691A02B3C257}"/>
              </a:ext>
            </a:extLst>
          </p:cNvPr>
          <p:cNvPicPr>
            <a:picLocks noChangeAspect="1"/>
          </p:cNvPicPr>
          <p:nvPr/>
        </p:nvPicPr>
        <p:blipFill>
          <a:blip r:embed="rId6"/>
          <a:stretch>
            <a:fillRect/>
          </a:stretch>
        </p:blipFill>
        <p:spPr>
          <a:xfrm>
            <a:off x="4208844" y="1493020"/>
            <a:ext cx="8135508" cy="3264427"/>
          </a:xfrm>
          <a:prstGeom prst="rect">
            <a:avLst/>
          </a:prstGeom>
        </p:spPr>
      </p:pic>
      <p:pic>
        <p:nvPicPr>
          <p:cNvPr id="17" name="Image 16">
            <a:extLst>
              <a:ext uri="{FF2B5EF4-FFF2-40B4-BE49-F238E27FC236}">
                <a16:creationId xmlns:a16="http://schemas.microsoft.com/office/drawing/2014/main" id="{F652A8D8-B137-A609-24D1-23F5AD895B42}"/>
              </a:ext>
            </a:extLst>
          </p:cNvPr>
          <p:cNvPicPr>
            <a:picLocks noChangeAspect="1"/>
          </p:cNvPicPr>
          <p:nvPr/>
        </p:nvPicPr>
        <p:blipFill>
          <a:blip r:embed="rId7"/>
          <a:stretch>
            <a:fillRect/>
          </a:stretch>
        </p:blipFill>
        <p:spPr>
          <a:xfrm>
            <a:off x="4183098" y="1492534"/>
            <a:ext cx="8082236" cy="3072293"/>
          </a:xfrm>
          <a:prstGeom prst="rect">
            <a:avLst/>
          </a:prstGeom>
        </p:spPr>
      </p:pic>
    </p:spTree>
    <p:extLst>
      <p:ext uri="{BB962C8B-B14F-4D97-AF65-F5344CB8AC3E}">
        <p14:creationId xmlns:p14="http://schemas.microsoft.com/office/powerpoint/2010/main" val="266038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7D379150-F6B4-45C8-BE10-6B278AD400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40" name="Rectangle 39">
            <a:extLst>
              <a:ext uri="{FF2B5EF4-FFF2-40B4-BE49-F238E27FC236}">
                <a16:creationId xmlns:a16="http://schemas.microsoft.com/office/drawing/2014/main" id="{5FFCF544-A370-4A5D-A95F-CA6E0E7191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42" name="Straight Connector 41">
            <a:extLst>
              <a:ext uri="{FF2B5EF4-FFF2-40B4-BE49-F238E27FC236}">
                <a16:creationId xmlns:a16="http://schemas.microsoft.com/office/drawing/2014/main" id="{6EEB3B97-A638-498B-8083-54191CE71E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4" name="Rectangle 43">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46" name="Rectangle 45">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1CC46C14-445C-ABEC-B5EC-05581C351F25}"/>
              </a:ext>
            </a:extLst>
          </p:cNvPr>
          <p:cNvSpPr txBox="1">
            <a:spLocks/>
          </p:cNvSpPr>
          <p:nvPr/>
        </p:nvSpPr>
        <p:spPr>
          <a:xfrm>
            <a:off x="358469" y="-259342"/>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noProof="0" dirty="0">
                <a:solidFill>
                  <a:srgbClr val="FFFFFF"/>
                </a:solidFill>
              </a:rPr>
              <a:t>Analyse Approfondie</a:t>
            </a:r>
          </a:p>
        </p:txBody>
      </p:sp>
      <p:sp>
        <p:nvSpPr>
          <p:cNvPr id="3" name="Espace réservé du contenu 2">
            <a:extLst>
              <a:ext uri="{FF2B5EF4-FFF2-40B4-BE49-F238E27FC236}">
                <a16:creationId xmlns:a16="http://schemas.microsoft.com/office/drawing/2014/main" id="{87286E50-FA5C-BF29-3305-47D4F0622D0C}"/>
              </a:ext>
            </a:extLst>
          </p:cNvPr>
          <p:cNvSpPr txBox="1">
            <a:spLocks/>
          </p:cNvSpPr>
          <p:nvPr/>
        </p:nvSpPr>
        <p:spPr>
          <a:xfrm>
            <a:off x="66442" y="2103875"/>
            <a:ext cx="3955114" cy="4229955"/>
          </a:xfrm>
          <a:prstGeom prst="rect">
            <a:avLst/>
          </a:prstGeom>
        </p:spPr>
        <p:txBody>
          <a:bodyPr vert="horz" lIns="0" tIns="45720" rIns="0" bIns="45720" rtlCol="0">
            <a:normAutofit fontScale="32500" lnSpcReduction="2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457200" lvl="1" indent="0">
              <a:lnSpc>
                <a:spcPct val="110000"/>
              </a:lnSpc>
              <a:spcBef>
                <a:spcPts val="0"/>
              </a:spcBef>
              <a:spcAft>
                <a:spcPts val="600"/>
              </a:spcAft>
              <a:buSzPts val="1000"/>
              <a:buFont typeface="Calibri" panose="020F0502020204030204" pitchFamily="34" charset="0"/>
              <a:buNone/>
              <a:tabLst>
                <a:tab pos="914400" algn="l"/>
              </a:tabLst>
            </a:pPr>
            <a:r>
              <a:rPr lang="fr-FR" sz="7400" b="1" noProof="0" dirty="0">
                <a:solidFill>
                  <a:srgbClr val="FFFFFF"/>
                </a:solidFill>
              </a:rPr>
              <a:t>Traitement des colonnes :</a:t>
            </a:r>
          </a:p>
          <a:p>
            <a:pPr marL="457200" lvl="1" indent="0">
              <a:spcBef>
                <a:spcPts val="0"/>
              </a:spcBef>
              <a:spcAft>
                <a:spcPts val="600"/>
              </a:spcAft>
              <a:buSzPts val="1000"/>
              <a:buFont typeface="Calibri" panose="020F0502020204030204" pitchFamily="34" charset="0"/>
              <a:buNone/>
              <a:tabLst>
                <a:tab pos="914400" algn="l"/>
              </a:tabLst>
            </a:pPr>
            <a:endParaRPr lang="fr-FR" sz="3600" b="1" noProof="0" dirty="0">
              <a:solidFill>
                <a:srgbClr val="FFFFFF"/>
              </a:solidFill>
            </a:endParaRPr>
          </a:p>
          <a:p>
            <a:pPr marL="857250" lvl="1" indent="-857250">
              <a:lnSpc>
                <a:spcPct val="110000"/>
              </a:lnSpc>
              <a:spcBef>
                <a:spcPts val="0"/>
              </a:spcBef>
              <a:spcAft>
                <a:spcPts val="600"/>
              </a:spcAft>
              <a:buClr>
                <a:schemeClr val="tx1"/>
              </a:buClr>
              <a:buSzPts val="1000"/>
              <a:buFont typeface="Wingdings" panose="05000000000000000000" pitchFamily="2" charset="2"/>
              <a:buChar char="v"/>
              <a:tabLst>
                <a:tab pos="914400" algn="l"/>
              </a:tabLst>
            </a:pPr>
            <a:r>
              <a:rPr lang="fr-FR" sz="6200" b="1" noProof="0" dirty="0">
                <a:solidFill>
                  <a:srgbClr val="FFFFFF"/>
                </a:solidFill>
              </a:rPr>
              <a:t>Analyse des résultats des 3 méthodes de remplissage: </a:t>
            </a:r>
          </a:p>
          <a:p>
            <a:pPr marL="1143000" lvl="1" indent="-685800">
              <a:lnSpc>
                <a:spcPct val="110000"/>
              </a:lnSpc>
              <a:spcBef>
                <a:spcPts val="0"/>
              </a:spcBef>
              <a:spcAft>
                <a:spcPts val="600"/>
              </a:spcAft>
              <a:buClr>
                <a:schemeClr val="bg2">
                  <a:lumMod val="10000"/>
                </a:schemeClr>
              </a:buClr>
              <a:buSzPts val="1000"/>
              <a:buFont typeface="Wingdings" panose="05000000000000000000" pitchFamily="2" charset="2"/>
              <a:buChar char="Ø"/>
              <a:tabLst>
                <a:tab pos="914400" algn="l"/>
              </a:tabLst>
            </a:pPr>
            <a:r>
              <a:rPr lang="fr-FR" sz="5600" b="1" noProof="0" dirty="0">
                <a:solidFill>
                  <a:srgbClr val="FFFFFF"/>
                </a:solidFill>
              </a:rPr>
              <a:t>Comparaison entre les valeurs imputées et les valeurs réelles </a:t>
            </a:r>
          </a:p>
          <a:p>
            <a:pPr marL="1143000" lvl="1" indent="-685800">
              <a:lnSpc>
                <a:spcPct val="110000"/>
              </a:lnSpc>
              <a:spcBef>
                <a:spcPts val="0"/>
              </a:spcBef>
              <a:spcAft>
                <a:spcPts val="600"/>
              </a:spcAft>
              <a:buClr>
                <a:schemeClr val="bg2">
                  <a:lumMod val="10000"/>
                </a:schemeClr>
              </a:buClr>
              <a:buSzPts val="1000"/>
              <a:buFont typeface="Wingdings" panose="05000000000000000000" pitchFamily="2" charset="2"/>
              <a:buChar char="Ø"/>
              <a:tabLst>
                <a:tab pos="914400" algn="l"/>
              </a:tabLst>
            </a:pPr>
            <a:r>
              <a:rPr lang="fr-FR" sz="5600" b="1" noProof="0" dirty="0">
                <a:solidFill>
                  <a:srgbClr val="FFFFFF"/>
                </a:solidFill>
              </a:rPr>
              <a:t>Evaluation des méthodes d’imputation par : </a:t>
            </a:r>
          </a:p>
          <a:p>
            <a:pPr marL="1325880" lvl="2" indent="-685800">
              <a:lnSpc>
                <a:spcPct val="110000"/>
              </a:lnSpc>
              <a:spcBef>
                <a:spcPts val="0"/>
              </a:spcBef>
              <a:spcAft>
                <a:spcPts val="600"/>
              </a:spcAft>
              <a:buClr>
                <a:schemeClr val="bg2">
                  <a:lumMod val="10000"/>
                </a:schemeClr>
              </a:buClr>
              <a:buSzPts val="1000"/>
              <a:buFont typeface="Wingdings" panose="05000000000000000000" pitchFamily="2" charset="2"/>
              <a:buChar char="ü"/>
              <a:tabLst>
                <a:tab pos="914400" algn="l"/>
              </a:tabLst>
            </a:pPr>
            <a:r>
              <a:rPr lang="fr-FR" sz="5200" b="1" noProof="0" dirty="0">
                <a:solidFill>
                  <a:srgbClr val="FFFFFF"/>
                </a:solidFill>
              </a:rPr>
              <a:t>R¨2</a:t>
            </a:r>
          </a:p>
          <a:p>
            <a:pPr marL="1325880" lvl="2" indent="-685800">
              <a:lnSpc>
                <a:spcPct val="110000"/>
              </a:lnSpc>
              <a:spcBef>
                <a:spcPts val="0"/>
              </a:spcBef>
              <a:spcAft>
                <a:spcPts val="600"/>
              </a:spcAft>
              <a:buClr>
                <a:schemeClr val="bg2">
                  <a:lumMod val="10000"/>
                </a:schemeClr>
              </a:buClr>
              <a:buSzPts val="1000"/>
              <a:buFont typeface="Wingdings" panose="05000000000000000000" pitchFamily="2" charset="2"/>
              <a:buChar char="ü"/>
              <a:tabLst>
                <a:tab pos="914400" algn="l"/>
              </a:tabLst>
            </a:pPr>
            <a:r>
              <a:rPr lang="fr-FR" sz="5200" b="1" noProof="0" dirty="0">
                <a:solidFill>
                  <a:srgbClr val="FFFFFF"/>
                </a:solidFill>
              </a:rPr>
              <a:t>RMSE</a:t>
            </a:r>
          </a:p>
          <a:p>
            <a:pPr marL="1325880" lvl="2" indent="-685800">
              <a:lnSpc>
                <a:spcPct val="110000"/>
              </a:lnSpc>
              <a:spcBef>
                <a:spcPts val="0"/>
              </a:spcBef>
              <a:spcAft>
                <a:spcPts val="600"/>
              </a:spcAft>
              <a:buClr>
                <a:schemeClr val="bg2">
                  <a:lumMod val="10000"/>
                </a:schemeClr>
              </a:buClr>
              <a:buSzPts val="1000"/>
              <a:buFont typeface="Wingdings" panose="05000000000000000000" pitchFamily="2" charset="2"/>
              <a:buChar char="ü"/>
              <a:tabLst>
                <a:tab pos="914400" algn="l"/>
              </a:tabLst>
            </a:pPr>
            <a:r>
              <a:rPr lang="fr-FR" sz="5200" b="1" noProof="0" dirty="0">
                <a:solidFill>
                  <a:srgbClr val="FFFFFF"/>
                </a:solidFill>
              </a:rPr>
              <a:t>AME</a:t>
            </a:r>
          </a:p>
          <a:p>
            <a:pPr marL="742950" lvl="1" indent="-285750">
              <a:lnSpc>
                <a:spcPct val="110000"/>
              </a:lnSpc>
              <a:spcBef>
                <a:spcPts val="0"/>
              </a:spcBef>
              <a:spcAft>
                <a:spcPts val="600"/>
              </a:spcAft>
              <a:buSzPts val="1000"/>
              <a:buFont typeface="Calibri" panose="020F0502020204030204" pitchFamily="34" charset="0"/>
              <a:buChar char="o"/>
              <a:tabLst>
                <a:tab pos="914400" algn="l"/>
              </a:tabLst>
            </a:pPr>
            <a:endParaRPr lang="fr-FR" sz="5600" b="1" noProof="0" dirty="0">
              <a:solidFill>
                <a:srgbClr val="FFFFFF"/>
              </a:solidFill>
            </a:endParaRPr>
          </a:p>
          <a:p>
            <a:pPr marL="742950" lvl="1" indent="-285750">
              <a:lnSpc>
                <a:spcPct val="110000"/>
              </a:lnSpc>
              <a:spcBef>
                <a:spcPts val="0"/>
              </a:spcBef>
              <a:spcAft>
                <a:spcPts val="600"/>
              </a:spcAft>
              <a:buSzPts val="1000"/>
              <a:buFont typeface="Calibri" panose="020F0502020204030204" pitchFamily="34" charset="0"/>
              <a:buChar char="o"/>
              <a:tabLst>
                <a:tab pos="914400" algn="l"/>
              </a:tabLst>
            </a:pPr>
            <a:endParaRPr lang="fr-FR" sz="5600" b="1" noProof="0" dirty="0">
              <a:solidFill>
                <a:srgbClr val="FFFFFF"/>
              </a:solidFill>
            </a:endParaRPr>
          </a:p>
          <a:p>
            <a:pPr marL="457200" lvl="1" indent="0">
              <a:spcBef>
                <a:spcPts val="0"/>
              </a:spcBef>
              <a:spcAft>
                <a:spcPts val="600"/>
              </a:spcAft>
              <a:buSzPts val="1000"/>
              <a:buFont typeface="Calibri" panose="020F0502020204030204" pitchFamily="34" charset="0"/>
              <a:buNone/>
              <a:tabLst>
                <a:tab pos="914400" algn="l"/>
              </a:tabLst>
            </a:pPr>
            <a:endParaRPr lang="fr-FR" sz="1500" b="1" noProof="0" dirty="0">
              <a:solidFill>
                <a:srgbClr val="FFFFFF"/>
              </a:solidFill>
            </a:endParaRPr>
          </a:p>
        </p:txBody>
      </p:sp>
      <p:sp>
        <p:nvSpPr>
          <p:cNvPr id="48" name="Rectangle 47">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pic>
        <p:nvPicPr>
          <p:cNvPr id="5" name="Image 4">
            <a:extLst>
              <a:ext uri="{FF2B5EF4-FFF2-40B4-BE49-F238E27FC236}">
                <a16:creationId xmlns:a16="http://schemas.microsoft.com/office/drawing/2014/main" id="{2E561EB2-1BD5-A435-3CC1-379172220C12}"/>
              </a:ext>
            </a:extLst>
          </p:cNvPr>
          <p:cNvPicPr>
            <a:picLocks noChangeAspect="1"/>
          </p:cNvPicPr>
          <p:nvPr/>
        </p:nvPicPr>
        <p:blipFill>
          <a:blip r:embed="rId3"/>
          <a:stretch>
            <a:fillRect/>
          </a:stretch>
        </p:blipFill>
        <p:spPr>
          <a:xfrm>
            <a:off x="4366850" y="2230071"/>
            <a:ext cx="7442145" cy="2397857"/>
          </a:xfrm>
          <a:prstGeom prst="rect">
            <a:avLst/>
          </a:prstGeom>
        </p:spPr>
      </p:pic>
    </p:spTree>
    <p:extLst>
      <p:ext uri="{BB962C8B-B14F-4D97-AF65-F5344CB8AC3E}">
        <p14:creationId xmlns:p14="http://schemas.microsoft.com/office/powerpoint/2010/main" val="19754710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7D379150-F6B4-45C8-BE10-6B278AD400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40" name="Rectangle 39">
            <a:extLst>
              <a:ext uri="{FF2B5EF4-FFF2-40B4-BE49-F238E27FC236}">
                <a16:creationId xmlns:a16="http://schemas.microsoft.com/office/drawing/2014/main" id="{5FFCF544-A370-4A5D-A95F-CA6E0E7191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42" name="Straight Connector 41">
            <a:extLst>
              <a:ext uri="{FF2B5EF4-FFF2-40B4-BE49-F238E27FC236}">
                <a16:creationId xmlns:a16="http://schemas.microsoft.com/office/drawing/2014/main" id="{6EEB3B97-A638-498B-8083-54191CE71E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4" name="Rectangle 43">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46" name="Rectangle 45">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1CC46C14-445C-ABEC-B5EC-05581C351F25}"/>
              </a:ext>
            </a:extLst>
          </p:cNvPr>
          <p:cNvSpPr txBox="1">
            <a:spLocks/>
          </p:cNvSpPr>
          <p:nvPr/>
        </p:nvSpPr>
        <p:spPr>
          <a:xfrm>
            <a:off x="358469" y="-259342"/>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noProof="0" dirty="0">
                <a:solidFill>
                  <a:srgbClr val="FFFFFF"/>
                </a:solidFill>
              </a:rPr>
              <a:t>Analyse Approfondie</a:t>
            </a:r>
          </a:p>
        </p:txBody>
      </p:sp>
      <p:sp>
        <p:nvSpPr>
          <p:cNvPr id="3" name="Espace réservé du contenu 2">
            <a:extLst>
              <a:ext uri="{FF2B5EF4-FFF2-40B4-BE49-F238E27FC236}">
                <a16:creationId xmlns:a16="http://schemas.microsoft.com/office/drawing/2014/main" id="{87286E50-FA5C-BF29-3305-47D4F0622D0C}"/>
              </a:ext>
            </a:extLst>
          </p:cNvPr>
          <p:cNvSpPr txBox="1">
            <a:spLocks/>
          </p:cNvSpPr>
          <p:nvPr/>
        </p:nvSpPr>
        <p:spPr>
          <a:xfrm>
            <a:off x="66442" y="2103875"/>
            <a:ext cx="3955114" cy="4229955"/>
          </a:xfrm>
          <a:prstGeom prst="rect">
            <a:avLst/>
          </a:prstGeom>
        </p:spPr>
        <p:txBody>
          <a:bodyPr vert="horz" lIns="0" tIns="45720" rIns="0" bIns="45720" rtlCol="0">
            <a:normAutofit fontScale="47500" lnSpcReduction="2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1143000" lvl="1" indent="-685800">
              <a:lnSpc>
                <a:spcPct val="110000"/>
              </a:lnSpc>
              <a:spcBef>
                <a:spcPts val="0"/>
              </a:spcBef>
              <a:spcAft>
                <a:spcPts val="600"/>
              </a:spcAft>
              <a:buClr>
                <a:schemeClr val="tx1"/>
              </a:buClr>
              <a:buSzPts val="1000"/>
              <a:buFont typeface="Wingdings" panose="05000000000000000000" pitchFamily="2" charset="2"/>
              <a:buChar char="v"/>
              <a:tabLst>
                <a:tab pos="914400" algn="l"/>
              </a:tabLst>
            </a:pPr>
            <a:r>
              <a:rPr lang="fr-FR" sz="5100" b="1" noProof="0" dirty="0">
                <a:solidFill>
                  <a:srgbClr val="FFFFFF"/>
                </a:solidFill>
              </a:rPr>
              <a:t>Traitement des colonnes :</a:t>
            </a:r>
          </a:p>
          <a:p>
            <a:pPr marL="457200" lvl="1" indent="0">
              <a:spcBef>
                <a:spcPts val="0"/>
              </a:spcBef>
              <a:spcAft>
                <a:spcPts val="600"/>
              </a:spcAft>
              <a:buSzPts val="1000"/>
              <a:buFont typeface="Calibri" panose="020F0502020204030204" pitchFamily="34" charset="0"/>
              <a:buNone/>
              <a:tabLst>
                <a:tab pos="914400" algn="l"/>
              </a:tabLst>
            </a:pPr>
            <a:endParaRPr lang="fr-FR" sz="3600" b="1" noProof="0" dirty="0">
              <a:solidFill>
                <a:srgbClr val="FFFFFF"/>
              </a:solidFill>
            </a:endParaRPr>
          </a:p>
          <a:p>
            <a:pPr marL="685800" lvl="1" indent="-685800">
              <a:lnSpc>
                <a:spcPct val="110000"/>
              </a:lnSpc>
              <a:spcBef>
                <a:spcPts val="0"/>
              </a:spcBef>
              <a:spcAft>
                <a:spcPts val="600"/>
              </a:spcAft>
              <a:buClr>
                <a:schemeClr val="tx1"/>
              </a:buClr>
              <a:buSzPts val="1000"/>
              <a:buFont typeface="Wingdings" panose="05000000000000000000" pitchFamily="2" charset="2"/>
              <a:buChar char="Ø"/>
              <a:tabLst>
                <a:tab pos="914400" algn="l"/>
              </a:tabLst>
            </a:pPr>
            <a:r>
              <a:rPr lang="fr-FR" sz="5000" b="1" noProof="0" dirty="0">
                <a:solidFill>
                  <a:srgbClr val="FFFFFF"/>
                </a:solidFill>
              </a:rPr>
              <a:t>Analyse des distributions des données originales et celle après la complétion pour la méthode KNN:</a:t>
            </a:r>
          </a:p>
          <a:p>
            <a:pPr marL="1143000" lvl="1" indent="-685800">
              <a:lnSpc>
                <a:spcPct val="110000"/>
              </a:lnSpc>
              <a:spcBef>
                <a:spcPts val="0"/>
              </a:spcBef>
              <a:spcAft>
                <a:spcPts val="600"/>
              </a:spcAft>
              <a:buClr>
                <a:schemeClr val="tx2">
                  <a:lumMod val="50000"/>
                </a:schemeClr>
              </a:buClr>
              <a:buSzPts val="1000"/>
              <a:buFont typeface="Wingdings" panose="05000000000000000000" pitchFamily="2" charset="2"/>
              <a:buChar char="Ø"/>
              <a:tabLst>
                <a:tab pos="914400" algn="l"/>
              </a:tabLst>
            </a:pPr>
            <a:r>
              <a:rPr lang="fr-FR" sz="5600" b="1" noProof="0" dirty="0">
                <a:solidFill>
                  <a:srgbClr val="FFFFFF"/>
                </a:solidFill>
              </a:rPr>
              <a:t>Comparaison entre les valeurs imputées et les valeurs réelles </a:t>
            </a:r>
          </a:p>
          <a:p>
            <a:pPr marL="742950" lvl="1" indent="-285750">
              <a:lnSpc>
                <a:spcPct val="110000"/>
              </a:lnSpc>
              <a:spcBef>
                <a:spcPts val="0"/>
              </a:spcBef>
              <a:spcAft>
                <a:spcPts val="600"/>
              </a:spcAft>
              <a:buSzPts val="1000"/>
              <a:buFont typeface="Calibri" panose="020F0502020204030204" pitchFamily="34" charset="0"/>
              <a:buChar char="o"/>
              <a:tabLst>
                <a:tab pos="914400" algn="l"/>
              </a:tabLst>
            </a:pPr>
            <a:endParaRPr lang="fr-FR" sz="5600" b="1" noProof="0" dirty="0">
              <a:solidFill>
                <a:srgbClr val="FFFFFF"/>
              </a:solidFill>
            </a:endParaRPr>
          </a:p>
          <a:p>
            <a:pPr marL="742950" lvl="1" indent="-285750">
              <a:lnSpc>
                <a:spcPct val="110000"/>
              </a:lnSpc>
              <a:spcBef>
                <a:spcPts val="0"/>
              </a:spcBef>
              <a:spcAft>
                <a:spcPts val="600"/>
              </a:spcAft>
              <a:buSzPts val="1000"/>
              <a:buFont typeface="Calibri" panose="020F0502020204030204" pitchFamily="34" charset="0"/>
              <a:buChar char="o"/>
              <a:tabLst>
                <a:tab pos="914400" algn="l"/>
              </a:tabLst>
            </a:pPr>
            <a:endParaRPr lang="fr-FR" sz="5600" b="1" noProof="0" dirty="0">
              <a:solidFill>
                <a:srgbClr val="FFFFFF"/>
              </a:solidFill>
            </a:endParaRPr>
          </a:p>
          <a:p>
            <a:pPr marL="457200" lvl="1" indent="0">
              <a:spcBef>
                <a:spcPts val="0"/>
              </a:spcBef>
              <a:spcAft>
                <a:spcPts val="600"/>
              </a:spcAft>
              <a:buSzPts val="1000"/>
              <a:buFont typeface="Calibri" panose="020F0502020204030204" pitchFamily="34" charset="0"/>
              <a:buNone/>
              <a:tabLst>
                <a:tab pos="914400" algn="l"/>
              </a:tabLst>
            </a:pPr>
            <a:endParaRPr lang="fr-FR" sz="1500" b="1" noProof="0" dirty="0">
              <a:solidFill>
                <a:srgbClr val="FFFFFF"/>
              </a:solidFill>
            </a:endParaRPr>
          </a:p>
        </p:txBody>
      </p:sp>
      <p:sp>
        <p:nvSpPr>
          <p:cNvPr id="48" name="Rectangle 47">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pic>
        <p:nvPicPr>
          <p:cNvPr id="2050" name="Picture 2">
            <a:extLst>
              <a:ext uri="{FF2B5EF4-FFF2-40B4-BE49-F238E27FC236}">
                <a16:creationId xmlns:a16="http://schemas.microsoft.com/office/drawing/2014/main" id="{3E6E73AE-A716-47BF-56D5-0E4F7C1AF7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0064" y="941381"/>
            <a:ext cx="3510696" cy="227236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8B0FB750-E7F8-C57F-68E3-5C8D513C67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58525" y="3733117"/>
            <a:ext cx="3580024" cy="2234952"/>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7096D1AF-0253-EB6F-FDAC-2769A991CD0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28089" y="863600"/>
            <a:ext cx="3506208" cy="2234952"/>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303E0F31-7BA0-3741-2C05-B7B2652FC04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32972" y="3733117"/>
            <a:ext cx="3564900" cy="22723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0676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9A2C6DB-0872-EF4F-72EA-40D6FFEA7A61}"/>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0635FC6C-71FC-0B19-0286-82EDB34A47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40" name="Rectangle 39">
            <a:extLst>
              <a:ext uri="{FF2B5EF4-FFF2-40B4-BE49-F238E27FC236}">
                <a16:creationId xmlns:a16="http://schemas.microsoft.com/office/drawing/2014/main" id="{361DA8A5-1D03-8148-D869-817CB8EF52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42" name="Straight Connector 41">
            <a:extLst>
              <a:ext uri="{FF2B5EF4-FFF2-40B4-BE49-F238E27FC236}">
                <a16:creationId xmlns:a16="http://schemas.microsoft.com/office/drawing/2014/main" id="{1C0D85B4-9804-8DFF-4CDF-0B6103E491F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4" name="Rectangle 43">
            <a:extLst>
              <a:ext uri="{FF2B5EF4-FFF2-40B4-BE49-F238E27FC236}">
                <a16:creationId xmlns:a16="http://schemas.microsoft.com/office/drawing/2014/main" id="{0B9E246A-43EF-D2EB-0D50-16234A37D2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46" name="Rectangle 45">
            <a:extLst>
              <a:ext uri="{FF2B5EF4-FFF2-40B4-BE49-F238E27FC236}">
                <a16:creationId xmlns:a16="http://schemas.microsoft.com/office/drawing/2014/main" id="{525A0BFC-C4AC-A0FA-80B8-EEBE5224D6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A41BAD74-3F75-09EA-F638-8918A8E88CEF}"/>
              </a:ext>
            </a:extLst>
          </p:cNvPr>
          <p:cNvSpPr txBox="1">
            <a:spLocks/>
          </p:cNvSpPr>
          <p:nvPr/>
        </p:nvSpPr>
        <p:spPr>
          <a:xfrm>
            <a:off x="358469" y="-259342"/>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noProof="0" dirty="0">
                <a:solidFill>
                  <a:srgbClr val="FFFFFF"/>
                </a:solidFill>
              </a:rPr>
              <a:t>Analyse Approfondie</a:t>
            </a:r>
          </a:p>
        </p:txBody>
      </p:sp>
      <p:sp>
        <p:nvSpPr>
          <p:cNvPr id="3" name="Espace réservé du contenu 2">
            <a:extLst>
              <a:ext uri="{FF2B5EF4-FFF2-40B4-BE49-F238E27FC236}">
                <a16:creationId xmlns:a16="http://schemas.microsoft.com/office/drawing/2014/main" id="{54D082F5-948B-C16A-5A48-7EB181A811CC}"/>
              </a:ext>
            </a:extLst>
          </p:cNvPr>
          <p:cNvSpPr txBox="1">
            <a:spLocks/>
          </p:cNvSpPr>
          <p:nvPr/>
        </p:nvSpPr>
        <p:spPr>
          <a:xfrm>
            <a:off x="66442" y="2103875"/>
            <a:ext cx="3955114" cy="4229955"/>
          </a:xfrm>
          <a:prstGeom prst="rect">
            <a:avLst/>
          </a:prstGeom>
        </p:spPr>
        <p:txBody>
          <a:bodyPr vert="horz" lIns="0" tIns="45720" rIns="0" bIns="45720" rtlCol="0">
            <a:normAutofit fontScale="47500" lnSpcReduction="2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1143000" lvl="1" indent="-685800">
              <a:lnSpc>
                <a:spcPct val="110000"/>
              </a:lnSpc>
              <a:spcBef>
                <a:spcPts val="0"/>
              </a:spcBef>
              <a:spcAft>
                <a:spcPts val="600"/>
              </a:spcAft>
              <a:buClr>
                <a:schemeClr val="tx1"/>
              </a:buClr>
              <a:buSzPts val="1000"/>
              <a:buFont typeface="Wingdings" panose="05000000000000000000" pitchFamily="2" charset="2"/>
              <a:buChar char="v"/>
              <a:tabLst>
                <a:tab pos="914400" algn="l"/>
              </a:tabLst>
            </a:pPr>
            <a:r>
              <a:rPr lang="fr-FR" sz="5100" b="1" noProof="0" dirty="0">
                <a:solidFill>
                  <a:srgbClr val="FFFFFF"/>
                </a:solidFill>
              </a:rPr>
              <a:t>Traitement des colonnes :</a:t>
            </a:r>
          </a:p>
          <a:p>
            <a:pPr marL="457200" lvl="1" indent="0">
              <a:spcBef>
                <a:spcPts val="0"/>
              </a:spcBef>
              <a:spcAft>
                <a:spcPts val="600"/>
              </a:spcAft>
              <a:buSzPts val="1000"/>
              <a:buFont typeface="Calibri" panose="020F0502020204030204" pitchFamily="34" charset="0"/>
              <a:buNone/>
              <a:tabLst>
                <a:tab pos="914400" algn="l"/>
              </a:tabLst>
            </a:pPr>
            <a:endParaRPr lang="fr-FR" sz="3600" b="1" noProof="0" dirty="0">
              <a:solidFill>
                <a:srgbClr val="FFFFFF"/>
              </a:solidFill>
            </a:endParaRPr>
          </a:p>
          <a:p>
            <a:pPr marL="685800" lvl="1" indent="-685800">
              <a:lnSpc>
                <a:spcPct val="110000"/>
              </a:lnSpc>
              <a:spcBef>
                <a:spcPts val="0"/>
              </a:spcBef>
              <a:spcAft>
                <a:spcPts val="600"/>
              </a:spcAft>
              <a:buClr>
                <a:schemeClr val="tx1"/>
              </a:buClr>
              <a:buSzPts val="1000"/>
              <a:buFont typeface="Wingdings" panose="05000000000000000000" pitchFamily="2" charset="2"/>
              <a:buChar char="Ø"/>
              <a:tabLst>
                <a:tab pos="914400" algn="l"/>
              </a:tabLst>
            </a:pPr>
            <a:r>
              <a:rPr lang="fr-FR" sz="5000" b="1" noProof="0" dirty="0">
                <a:solidFill>
                  <a:srgbClr val="FFFFFF"/>
                </a:solidFill>
              </a:rPr>
              <a:t>Analyse des distributions des données originales et celle après la complétion pour la méthode KNN:</a:t>
            </a:r>
          </a:p>
          <a:p>
            <a:pPr marL="1143000" lvl="1" indent="-685800">
              <a:lnSpc>
                <a:spcPct val="110000"/>
              </a:lnSpc>
              <a:spcBef>
                <a:spcPts val="0"/>
              </a:spcBef>
              <a:spcAft>
                <a:spcPts val="600"/>
              </a:spcAft>
              <a:buClr>
                <a:schemeClr val="tx2">
                  <a:lumMod val="50000"/>
                </a:schemeClr>
              </a:buClr>
              <a:buSzPts val="1000"/>
              <a:buFont typeface="Wingdings" panose="05000000000000000000" pitchFamily="2" charset="2"/>
              <a:buChar char="Ø"/>
              <a:tabLst>
                <a:tab pos="914400" algn="l"/>
              </a:tabLst>
            </a:pPr>
            <a:r>
              <a:rPr lang="fr-FR" sz="5600" b="1" noProof="0" dirty="0">
                <a:solidFill>
                  <a:srgbClr val="FFFFFF"/>
                </a:solidFill>
              </a:rPr>
              <a:t>Comparaison entre les valeurs imputées et les valeurs réelles </a:t>
            </a:r>
          </a:p>
          <a:p>
            <a:pPr marL="742950" lvl="1" indent="-285750">
              <a:lnSpc>
                <a:spcPct val="110000"/>
              </a:lnSpc>
              <a:spcBef>
                <a:spcPts val="0"/>
              </a:spcBef>
              <a:spcAft>
                <a:spcPts val="600"/>
              </a:spcAft>
              <a:buSzPts val="1000"/>
              <a:buFont typeface="Calibri" panose="020F0502020204030204" pitchFamily="34" charset="0"/>
              <a:buChar char="o"/>
              <a:tabLst>
                <a:tab pos="914400" algn="l"/>
              </a:tabLst>
            </a:pPr>
            <a:endParaRPr lang="fr-FR" sz="5600" b="1" noProof="0" dirty="0">
              <a:solidFill>
                <a:srgbClr val="FFFFFF"/>
              </a:solidFill>
            </a:endParaRPr>
          </a:p>
          <a:p>
            <a:pPr marL="742950" lvl="1" indent="-285750">
              <a:lnSpc>
                <a:spcPct val="110000"/>
              </a:lnSpc>
              <a:spcBef>
                <a:spcPts val="0"/>
              </a:spcBef>
              <a:spcAft>
                <a:spcPts val="600"/>
              </a:spcAft>
              <a:buSzPts val="1000"/>
              <a:buFont typeface="Calibri" panose="020F0502020204030204" pitchFamily="34" charset="0"/>
              <a:buChar char="o"/>
              <a:tabLst>
                <a:tab pos="914400" algn="l"/>
              </a:tabLst>
            </a:pPr>
            <a:endParaRPr lang="fr-FR" sz="5600" b="1" noProof="0" dirty="0">
              <a:solidFill>
                <a:srgbClr val="FFFFFF"/>
              </a:solidFill>
            </a:endParaRPr>
          </a:p>
          <a:p>
            <a:pPr marL="457200" lvl="1" indent="0">
              <a:spcBef>
                <a:spcPts val="0"/>
              </a:spcBef>
              <a:spcAft>
                <a:spcPts val="600"/>
              </a:spcAft>
              <a:buSzPts val="1000"/>
              <a:buFont typeface="Calibri" panose="020F0502020204030204" pitchFamily="34" charset="0"/>
              <a:buNone/>
              <a:tabLst>
                <a:tab pos="914400" algn="l"/>
              </a:tabLst>
            </a:pPr>
            <a:endParaRPr lang="fr-FR" sz="1500" b="1" noProof="0" dirty="0">
              <a:solidFill>
                <a:srgbClr val="FFFFFF"/>
              </a:solidFill>
            </a:endParaRPr>
          </a:p>
        </p:txBody>
      </p:sp>
      <p:sp>
        <p:nvSpPr>
          <p:cNvPr id="48" name="Rectangle 47">
            <a:extLst>
              <a:ext uri="{FF2B5EF4-FFF2-40B4-BE49-F238E27FC236}">
                <a16:creationId xmlns:a16="http://schemas.microsoft.com/office/drawing/2014/main" id="{A0140F83-0465-CF53-037F-AD95975A8A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pic>
        <p:nvPicPr>
          <p:cNvPr id="3074" name="Picture 2">
            <a:extLst>
              <a:ext uri="{FF2B5EF4-FFF2-40B4-BE49-F238E27FC236}">
                <a16:creationId xmlns:a16="http://schemas.microsoft.com/office/drawing/2014/main" id="{022F17F1-D9AC-5314-EB46-65ECF5971B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7233" y="4190209"/>
            <a:ext cx="3670453" cy="2315274"/>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5D30E7A2-E4EB-3BAA-E7F8-1D04D8D657A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50925" y="1044348"/>
            <a:ext cx="3676878" cy="2343740"/>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 3">
            <a:extLst>
              <a:ext uri="{FF2B5EF4-FFF2-40B4-BE49-F238E27FC236}">
                <a16:creationId xmlns:a16="http://schemas.microsoft.com/office/drawing/2014/main" id="{A11B348C-1A1C-B5DE-53C9-5ADFE279B9AF}"/>
              </a:ext>
            </a:extLst>
          </p:cNvPr>
          <p:cNvPicPr>
            <a:picLocks noChangeAspect="1"/>
          </p:cNvPicPr>
          <p:nvPr/>
        </p:nvPicPr>
        <p:blipFill>
          <a:blip r:embed="rId5"/>
          <a:stretch>
            <a:fillRect/>
          </a:stretch>
        </p:blipFill>
        <p:spPr>
          <a:xfrm>
            <a:off x="8144134" y="4029928"/>
            <a:ext cx="3883669" cy="2475555"/>
          </a:xfrm>
          <a:prstGeom prst="rect">
            <a:avLst/>
          </a:prstGeom>
          <a:noFill/>
        </p:spPr>
      </p:pic>
      <p:pic>
        <p:nvPicPr>
          <p:cNvPr id="3078" name="Picture 6">
            <a:extLst>
              <a:ext uri="{FF2B5EF4-FFF2-40B4-BE49-F238E27FC236}">
                <a16:creationId xmlns:a16="http://schemas.microsoft.com/office/drawing/2014/main" id="{1D30F17C-0FE7-1B17-37C6-4008272F7FC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74390" y="1003436"/>
            <a:ext cx="3805244" cy="24255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3678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7D379150-F6B4-45C8-BE10-6B278AD400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40" name="Rectangle 39">
            <a:extLst>
              <a:ext uri="{FF2B5EF4-FFF2-40B4-BE49-F238E27FC236}">
                <a16:creationId xmlns:a16="http://schemas.microsoft.com/office/drawing/2014/main" id="{5FFCF544-A370-4A5D-A95F-CA6E0E7191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42" name="Straight Connector 41">
            <a:extLst>
              <a:ext uri="{FF2B5EF4-FFF2-40B4-BE49-F238E27FC236}">
                <a16:creationId xmlns:a16="http://schemas.microsoft.com/office/drawing/2014/main" id="{6EEB3B97-A638-498B-8083-54191CE71E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4" name="Rectangle 43">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46" name="Rectangle 45">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1CC46C14-445C-ABEC-B5EC-05581C351F25}"/>
              </a:ext>
            </a:extLst>
          </p:cNvPr>
          <p:cNvSpPr txBox="1">
            <a:spLocks/>
          </p:cNvSpPr>
          <p:nvPr/>
        </p:nvSpPr>
        <p:spPr>
          <a:xfrm>
            <a:off x="358469" y="-259342"/>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noProof="0" dirty="0">
                <a:solidFill>
                  <a:srgbClr val="FFFFFF"/>
                </a:solidFill>
              </a:rPr>
              <a:t>Analyse Approfondie</a:t>
            </a:r>
          </a:p>
        </p:txBody>
      </p:sp>
      <p:sp>
        <p:nvSpPr>
          <p:cNvPr id="3" name="Espace réservé du contenu 2">
            <a:extLst>
              <a:ext uri="{FF2B5EF4-FFF2-40B4-BE49-F238E27FC236}">
                <a16:creationId xmlns:a16="http://schemas.microsoft.com/office/drawing/2014/main" id="{87286E50-FA5C-BF29-3305-47D4F0622D0C}"/>
              </a:ext>
            </a:extLst>
          </p:cNvPr>
          <p:cNvSpPr txBox="1">
            <a:spLocks/>
          </p:cNvSpPr>
          <p:nvPr/>
        </p:nvSpPr>
        <p:spPr>
          <a:xfrm>
            <a:off x="66442" y="2103875"/>
            <a:ext cx="3955114" cy="4229955"/>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457200" lvl="1" indent="0">
              <a:lnSpc>
                <a:spcPct val="110000"/>
              </a:lnSpc>
              <a:spcBef>
                <a:spcPts val="0"/>
              </a:spcBef>
              <a:spcAft>
                <a:spcPts val="600"/>
              </a:spcAft>
              <a:buSzPts val="1000"/>
              <a:buFont typeface="Calibri" panose="020F0502020204030204" pitchFamily="34" charset="0"/>
              <a:buNone/>
              <a:tabLst>
                <a:tab pos="914400" algn="l"/>
              </a:tabLst>
            </a:pPr>
            <a:r>
              <a:rPr lang="fr-FR" sz="2800" b="1" noProof="0" dirty="0">
                <a:solidFill>
                  <a:srgbClr val="FFFFFF"/>
                </a:solidFill>
              </a:rPr>
              <a:t>Standardisation des Données pour Optimiser l'ACP et le Clustering:</a:t>
            </a:r>
          </a:p>
          <a:p>
            <a:pPr marL="457200" lvl="1" indent="0">
              <a:spcBef>
                <a:spcPts val="0"/>
              </a:spcBef>
              <a:spcAft>
                <a:spcPts val="600"/>
              </a:spcAft>
              <a:buSzPts val="1000"/>
              <a:buFont typeface="Calibri" panose="020F0502020204030204" pitchFamily="34" charset="0"/>
              <a:buNone/>
              <a:tabLst>
                <a:tab pos="914400" algn="l"/>
              </a:tabLst>
            </a:pPr>
            <a:endParaRPr lang="fr-FR" sz="3600" b="1" noProof="0" dirty="0">
              <a:solidFill>
                <a:srgbClr val="FFFFFF"/>
              </a:solidFill>
            </a:endParaRPr>
          </a:p>
          <a:p>
            <a:pPr marL="742950" lvl="1" indent="-285750">
              <a:lnSpc>
                <a:spcPct val="110000"/>
              </a:lnSpc>
              <a:spcBef>
                <a:spcPts val="0"/>
              </a:spcBef>
              <a:spcAft>
                <a:spcPts val="600"/>
              </a:spcAft>
              <a:buSzPts val="1000"/>
              <a:buFont typeface="Calibri" panose="020F0502020204030204" pitchFamily="34" charset="0"/>
              <a:buChar char="o"/>
              <a:tabLst>
                <a:tab pos="914400" algn="l"/>
              </a:tabLst>
            </a:pPr>
            <a:endParaRPr lang="fr-FR" sz="5600" b="1" noProof="0" dirty="0">
              <a:solidFill>
                <a:srgbClr val="FFFFFF"/>
              </a:solidFill>
            </a:endParaRPr>
          </a:p>
          <a:p>
            <a:pPr marL="742950" lvl="1" indent="-285750">
              <a:lnSpc>
                <a:spcPct val="110000"/>
              </a:lnSpc>
              <a:spcBef>
                <a:spcPts val="0"/>
              </a:spcBef>
              <a:spcAft>
                <a:spcPts val="600"/>
              </a:spcAft>
              <a:buSzPts val="1000"/>
              <a:buFont typeface="Calibri" panose="020F0502020204030204" pitchFamily="34" charset="0"/>
              <a:buChar char="o"/>
              <a:tabLst>
                <a:tab pos="914400" algn="l"/>
              </a:tabLst>
            </a:pPr>
            <a:endParaRPr lang="fr-FR" sz="5600" b="1" noProof="0" dirty="0">
              <a:solidFill>
                <a:srgbClr val="FFFFFF"/>
              </a:solidFill>
            </a:endParaRPr>
          </a:p>
          <a:p>
            <a:pPr marL="457200" lvl="1" indent="0">
              <a:spcBef>
                <a:spcPts val="0"/>
              </a:spcBef>
              <a:spcAft>
                <a:spcPts val="600"/>
              </a:spcAft>
              <a:buSzPts val="1000"/>
              <a:buFont typeface="Calibri" panose="020F0502020204030204" pitchFamily="34" charset="0"/>
              <a:buNone/>
              <a:tabLst>
                <a:tab pos="914400" algn="l"/>
              </a:tabLst>
            </a:pPr>
            <a:endParaRPr lang="fr-FR" sz="1500" b="1" noProof="0" dirty="0">
              <a:solidFill>
                <a:srgbClr val="FFFFFF"/>
              </a:solidFill>
            </a:endParaRPr>
          </a:p>
        </p:txBody>
      </p:sp>
      <p:sp>
        <p:nvSpPr>
          <p:cNvPr id="48" name="Rectangle 47">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pic>
        <p:nvPicPr>
          <p:cNvPr id="5" name="Image 4">
            <a:extLst>
              <a:ext uri="{FF2B5EF4-FFF2-40B4-BE49-F238E27FC236}">
                <a16:creationId xmlns:a16="http://schemas.microsoft.com/office/drawing/2014/main" id="{AD873366-4501-FBCD-10D6-944991AAF9C2}"/>
              </a:ext>
            </a:extLst>
          </p:cNvPr>
          <p:cNvPicPr>
            <a:picLocks noChangeAspect="1"/>
          </p:cNvPicPr>
          <p:nvPr/>
        </p:nvPicPr>
        <p:blipFill>
          <a:blip r:embed="rId3"/>
          <a:stretch>
            <a:fillRect/>
          </a:stretch>
        </p:blipFill>
        <p:spPr>
          <a:xfrm>
            <a:off x="4278376" y="1610402"/>
            <a:ext cx="7766884" cy="3632424"/>
          </a:xfrm>
          <a:prstGeom prst="rect">
            <a:avLst/>
          </a:prstGeom>
        </p:spPr>
      </p:pic>
    </p:spTree>
    <p:extLst>
      <p:ext uri="{BB962C8B-B14F-4D97-AF65-F5344CB8AC3E}">
        <p14:creationId xmlns:p14="http://schemas.microsoft.com/office/powerpoint/2010/main" val="4679042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E2DD4396-B6CF-C315-8516-226099CA1DBB}"/>
              </a:ext>
            </a:extLst>
          </p:cNvPr>
          <p:cNvPicPr>
            <a:picLocks noChangeAspect="1"/>
          </p:cNvPicPr>
          <p:nvPr/>
        </p:nvPicPr>
        <p:blipFill>
          <a:blip r:embed="rId2"/>
          <a:stretch>
            <a:fillRect/>
          </a:stretch>
        </p:blipFill>
        <p:spPr>
          <a:xfrm>
            <a:off x="1940606" y="998626"/>
            <a:ext cx="8310788" cy="4860748"/>
          </a:xfrm>
          <a:prstGeom prst="rect">
            <a:avLst/>
          </a:prstGeom>
        </p:spPr>
      </p:pic>
    </p:spTree>
    <p:extLst>
      <p:ext uri="{BB962C8B-B14F-4D97-AF65-F5344CB8AC3E}">
        <p14:creationId xmlns:p14="http://schemas.microsoft.com/office/powerpoint/2010/main" val="14869145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CC46C14-445C-ABEC-B5EC-05581C351F25}"/>
              </a:ext>
            </a:extLst>
          </p:cNvPr>
          <p:cNvSpPr txBox="1">
            <a:spLocks/>
          </p:cNvSpPr>
          <p:nvPr/>
        </p:nvSpPr>
        <p:spPr>
          <a:xfrm>
            <a:off x="1097280" y="286604"/>
            <a:ext cx="10058400" cy="618272"/>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endParaRPr lang="fr-FR" noProof="0" dirty="0"/>
          </a:p>
        </p:txBody>
      </p:sp>
      <p:sp>
        <p:nvSpPr>
          <p:cNvPr id="3" name="Espace réservé du contenu 2">
            <a:extLst>
              <a:ext uri="{FF2B5EF4-FFF2-40B4-BE49-F238E27FC236}">
                <a16:creationId xmlns:a16="http://schemas.microsoft.com/office/drawing/2014/main" id="{87286E50-FA5C-BF29-3305-47D4F0622D0C}"/>
              </a:ext>
            </a:extLst>
          </p:cNvPr>
          <p:cNvSpPr txBox="1">
            <a:spLocks/>
          </p:cNvSpPr>
          <p:nvPr/>
        </p:nvSpPr>
        <p:spPr>
          <a:xfrm>
            <a:off x="425302" y="574159"/>
            <a:ext cx="10730378" cy="5294936"/>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742950" lvl="1" indent="-285750">
              <a:lnSpc>
                <a:spcPct val="115000"/>
              </a:lnSpc>
              <a:spcBef>
                <a:spcPts val="0"/>
              </a:spcBef>
              <a:spcAft>
                <a:spcPts val="0"/>
              </a:spcAft>
              <a:buSzPts val="1000"/>
              <a:buFont typeface="Courier New" panose="02070309020205020404" pitchFamily="49" charset="0"/>
              <a:buChar char="o"/>
              <a:tabLst>
                <a:tab pos="914400" algn="l"/>
              </a:tabLst>
            </a:pPr>
            <a:endParaRPr lang="fr-FR" sz="1500" noProof="0" dirty="0">
              <a:latin typeface="Aptos" panose="020B0004020202020204" pitchFamily="34" charset="0"/>
              <a:cs typeface="Times New Roman" panose="02020603050405020304" pitchFamily="18" charset="0"/>
            </a:endParaRPr>
          </a:p>
          <a:p>
            <a:pPr marL="91440" lvl="1" indent="-91440">
              <a:spcBef>
                <a:spcPts val="0"/>
              </a:spcBef>
              <a:spcAft>
                <a:spcPts val="0"/>
              </a:spcAft>
              <a:buClrTx/>
              <a:buSzPct val="100000"/>
              <a:buFont typeface="Wingdings" panose="05000000000000000000" pitchFamily="2" charset="2"/>
              <a:buChar char="v"/>
              <a:tabLst>
                <a:tab pos="914400" algn="l"/>
              </a:tabLst>
            </a:pPr>
            <a:r>
              <a:rPr lang="fr-FR" sz="2400" dirty="0"/>
              <a:t>Visualisation de la variance expliquée par composantes principale et choix du nombre de composantes : </a:t>
            </a:r>
          </a:p>
          <a:p>
            <a:pPr>
              <a:spcBef>
                <a:spcPts val="0"/>
              </a:spcBef>
              <a:spcAft>
                <a:spcPts val="0"/>
              </a:spcAft>
            </a:pPr>
            <a:endParaRPr lang="fr-FR" sz="1500" noProof="0" dirty="0"/>
          </a:p>
        </p:txBody>
      </p:sp>
      <p:pic>
        <p:nvPicPr>
          <p:cNvPr id="4098" name="Picture 2">
            <a:extLst>
              <a:ext uri="{FF2B5EF4-FFF2-40B4-BE49-F238E27FC236}">
                <a16:creationId xmlns:a16="http://schemas.microsoft.com/office/drawing/2014/main" id="{4FFE6B78-4610-FEE2-A618-B7DACE3582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5629" y="1370746"/>
            <a:ext cx="5667376" cy="45639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50525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CC46C14-445C-ABEC-B5EC-05581C351F25}"/>
              </a:ext>
            </a:extLst>
          </p:cNvPr>
          <p:cNvSpPr txBox="1">
            <a:spLocks/>
          </p:cNvSpPr>
          <p:nvPr/>
        </p:nvSpPr>
        <p:spPr>
          <a:xfrm>
            <a:off x="1066800" y="289372"/>
            <a:ext cx="10058400" cy="618272"/>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endParaRPr lang="fr-FR" noProof="0" dirty="0"/>
          </a:p>
        </p:txBody>
      </p:sp>
      <p:sp>
        <p:nvSpPr>
          <p:cNvPr id="3" name="Espace réservé du contenu 2">
            <a:extLst>
              <a:ext uri="{FF2B5EF4-FFF2-40B4-BE49-F238E27FC236}">
                <a16:creationId xmlns:a16="http://schemas.microsoft.com/office/drawing/2014/main" id="{87286E50-FA5C-BF29-3305-47D4F0622D0C}"/>
              </a:ext>
            </a:extLst>
          </p:cNvPr>
          <p:cNvSpPr txBox="1">
            <a:spLocks/>
          </p:cNvSpPr>
          <p:nvPr/>
        </p:nvSpPr>
        <p:spPr>
          <a:xfrm>
            <a:off x="425302" y="598508"/>
            <a:ext cx="10730378" cy="5294936"/>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742950" lvl="1" indent="-285750">
              <a:lnSpc>
                <a:spcPct val="115000"/>
              </a:lnSpc>
              <a:spcBef>
                <a:spcPts val="0"/>
              </a:spcBef>
              <a:spcAft>
                <a:spcPts val="0"/>
              </a:spcAft>
              <a:buSzPts val="1000"/>
              <a:buFont typeface="Courier New" panose="02070309020205020404" pitchFamily="49" charset="0"/>
              <a:buChar char="o"/>
              <a:tabLst>
                <a:tab pos="914400" algn="l"/>
              </a:tabLst>
            </a:pPr>
            <a:endParaRPr lang="fr-FR" sz="1500" noProof="0" dirty="0">
              <a:latin typeface="Aptos" panose="020B0004020202020204" pitchFamily="34" charset="0"/>
              <a:cs typeface="Times New Roman" panose="02020603050405020304" pitchFamily="18" charset="0"/>
            </a:endParaRPr>
          </a:p>
          <a:p>
            <a:pPr>
              <a:spcBef>
                <a:spcPts val="0"/>
              </a:spcBef>
              <a:spcAft>
                <a:spcPts val="0"/>
              </a:spcAft>
              <a:buClrTx/>
              <a:buFont typeface="Wingdings" panose="05000000000000000000" pitchFamily="2" charset="2"/>
              <a:buChar char="v"/>
            </a:pPr>
            <a:r>
              <a:rPr lang="fr-FR" sz="2400" noProof="0" dirty="0"/>
              <a:t> </a:t>
            </a:r>
            <a:r>
              <a:rPr lang="fr-FR" sz="2400" noProof="0" dirty="0" err="1"/>
              <a:t>KMeans</a:t>
            </a:r>
            <a:r>
              <a:rPr lang="fr-FR" sz="2400" noProof="0" dirty="0"/>
              <a:t> sur les composantes principales </a:t>
            </a:r>
            <a:r>
              <a:rPr lang="fr-FR" sz="1500" noProof="0" dirty="0"/>
              <a:t>: </a:t>
            </a:r>
          </a:p>
        </p:txBody>
      </p:sp>
      <p:pic>
        <p:nvPicPr>
          <p:cNvPr id="8" name="Image 7">
            <a:extLst>
              <a:ext uri="{FF2B5EF4-FFF2-40B4-BE49-F238E27FC236}">
                <a16:creationId xmlns:a16="http://schemas.microsoft.com/office/drawing/2014/main" id="{8EF62FCB-F487-9DF8-7328-7EE402807084}"/>
              </a:ext>
            </a:extLst>
          </p:cNvPr>
          <p:cNvPicPr>
            <a:picLocks noChangeAspect="1"/>
          </p:cNvPicPr>
          <p:nvPr/>
        </p:nvPicPr>
        <p:blipFill>
          <a:blip r:embed="rId3"/>
          <a:stretch>
            <a:fillRect/>
          </a:stretch>
        </p:blipFill>
        <p:spPr>
          <a:xfrm>
            <a:off x="2785572" y="2105247"/>
            <a:ext cx="6845750" cy="2281917"/>
          </a:xfrm>
          <a:prstGeom prst="rect">
            <a:avLst/>
          </a:prstGeom>
        </p:spPr>
      </p:pic>
      <p:pic>
        <p:nvPicPr>
          <p:cNvPr id="5122" name="Picture 2">
            <a:extLst>
              <a:ext uri="{FF2B5EF4-FFF2-40B4-BE49-F238E27FC236}">
                <a16:creationId xmlns:a16="http://schemas.microsoft.com/office/drawing/2014/main" id="{3D0D3B1E-5AE0-A89E-3943-23C8CCE761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60678" y="1426219"/>
            <a:ext cx="7844231" cy="4467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1964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AD973-3ACA-1E98-5FBB-E0C09F7A7F1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AD61BE9-358B-0727-FD0E-CF95BCB25141}"/>
              </a:ext>
            </a:extLst>
          </p:cNvPr>
          <p:cNvSpPr txBox="1">
            <a:spLocks/>
          </p:cNvSpPr>
          <p:nvPr/>
        </p:nvSpPr>
        <p:spPr>
          <a:xfrm>
            <a:off x="1066800" y="289372"/>
            <a:ext cx="10058400" cy="618272"/>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endParaRPr lang="fr-FR" noProof="0" dirty="0"/>
          </a:p>
        </p:txBody>
      </p:sp>
      <p:sp>
        <p:nvSpPr>
          <p:cNvPr id="3" name="Espace réservé du contenu 2">
            <a:extLst>
              <a:ext uri="{FF2B5EF4-FFF2-40B4-BE49-F238E27FC236}">
                <a16:creationId xmlns:a16="http://schemas.microsoft.com/office/drawing/2014/main" id="{D9EDDBDC-2EE3-83B6-5A65-865A17F484AE}"/>
              </a:ext>
            </a:extLst>
          </p:cNvPr>
          <p:cNvSpPr txBox="1">
            <a:spLocks/>
          </p:cNvSpPr>
          <p:nvPr/>
        </p:nvSpPr>
        <p:spPr>
          <a:xfrm>
            <a:off x="425302" y="598508"/>
            <a:ext cx="10730378" cy="5294936"/>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742950" lvl="1" indent="-285750">
              <a:lnSpc>
                <a:spcPct val="115000"/>
              </a:lnSpc>
              <a:spcBef>
                <a:spcPts val="0"/>
              </a:spcBef>
              <a:spcAft>
                <a:spcPts val="0"/>
              </a:spcAft>
              <a:buSzPts val="1000"/>
              <a:buFont typeface="Courier New" panose="02070309020205020404" pitchFamily="49" charset="0"/>
              <a:buChar char="o"/>
              <a:tabLst>
                <a:tab pos="914400" algn="l"/>
              </a:tabLst>
            </a:pPr>
            <a:endParaRPr lang="fr-FR" sz="1500" noProof="0" dirty="0">
              <a:latin typeface="Aptos" panose="020B0004020202020204" pitchFamily="34" charset="0"/>
              <a:cs typeface="Times New Roman" panose="02020603050405020304" pitchFamily="18" charset="0"/>
            </a:endParaRPr>
          </a:p>
          <a:p>
            <a:pPr>
              <a:spcBef>
                <a:spcPts val="0"/>
              </a:spcBef>
              <a:spcAft>
                <a:spcPts val="0"/>
              </a:spcAft>
              <a:buClrTx/>
              <a:buFont typeface="Wingdings" panose="05000000000000000000" pitchFamily="2" charset="2"/>
              <a:buChar char="v"/>
            </a:pPr>
            <a:r>
              <a:rPr lang="fr-FR" sz="2400" noProof="0" dirty="0"/>
              <a:t> </a:t>
            </a:r>
            <a:r>
              <a:rPr lang="fr-FR" sz="2400" noProof="0" dirty="0" err="1"/>
              <a:t>KMeans</a:t>
            </a:r>
            <a:r>
              <a:rPr lang="fr-FR" sz="2400" noProof="0" dirty="0"/>
              <a:t> sur les composantes principales </a:t>
            </a:r>
            <a:r>
              <a:rPr lang="fr-FR" sz="1500" noProof="0" dirty="0"/>
              <a:t>: </a:t>
            </a:r>
          </a:p>
        </p:txBody>
      </p:sp>
      <p:pic>
        <p:nvPicPr>
          <p:cNvPr id="5" name="Image 4">
            <a:extLst>
              <a:ext uri="{FF2B5EF4-FFF2-40B4-BE49-F238E27FC236}">
                <a16:creationId xmlns:a16="http://schemas.microsoft.com/office/drawing/2014/main" id="{72A9AA95-97A4-62F0-547A-589C0C810FCE}"/>
              </a:ext>
            </a:extLst>
          </p:cNvPr>
          <p:cNvPicPr>
            <a:picLocks noChangeAspect="1"/>
          </p:cNvPicPr>
          <p:nvPr/>
        </p:nvPicPr>
        <p:blipFill>
          <a:blip r:embed="rId3"/>
          <a:stretch>
            <a:fillRect/>
          </a:stretch>
        </p:blipFill>
        <p:spPr>
          <a:xfrm>
            <a:off x="2508003" y="2423785"/>
            <a:ext cx="6648394" cy="1336360"/>
          </a:xfrm>
          <a:prstGeom prst="rect">
            <a:avLst/>
          </a:prstGeom>
        </p:spPr>
      </p:pic>
      <p:pic>
        <p:nvPicPr>
          <p:cNvPr id="7" name="Image 6">
            <a:extLst>
              <a:ext uri="{FF2B5EF4-FFF2-40B4-BE49-F238E27FC236}">
                <a16:creationId xmlns:a16="http://schemas.microsoft.com/office/drawing/2014/main" id="{A3F36859-5475-B520-72ED-C59636D37818}"/>
              </a:ext>
            </a:extLst>
          </p:cNvPr>
          <p:cNvPicPr>
            <a:picLocks noChangeAspect="1"/>
          </p:cNvPicPr>
          <p:nvPr/>
        </p:nvPicPr>
        <p:blipFill>
          <a:blip r:embed="rId4"/>
          <a:stretch>
            <a:fillRect/>
          </a:stretch>
        </p:blipFill>
        <p:spPr>
          <a:xfrm>
            <a:off x="425302" y="2258516"/>
            <a:ext cx="11232785" cy="1666898"/>
          </a:xfrm>
          <a:prstGeom prst="rect">
            <a:avLst/>
          </a:prstGeom>
        </p:spPr>
      </p:pic>
    </p:spTree>
    <p:extLst>
      <p:ext uri="{BB962C8B-B14F-4D97-AF65-F5344CB8AC3E}">
        <p14:creationId xmlns:p14="http://schemas.microsoft.com/office/powerpoint/2010/main" val="1753747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CC46C14-445C-ABEC-B5EC-05581C351F25}"/>
              </a:ext>
            </a:extLst>
          </p:cNvPr>
          <p:cNvSpPr txBox="1">
            <a:spLocks/>
          </p:cNvSpPr>
          <p:nvPr/>
        </p:nvSpPr>
        <p:spPr>
          <a:xfrm>
            <a:off x="876832" y="193679"/>
            <a:ext cx="10058400" cy="618272"/>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endParaRPr lang="fr-FR" noProof="0" dirty="0"/>
          </a:p>
        </p:txBody>
      </p:sp>
      <p:sp>
        <p:nvSpPr>
          <p:cNvPr id="3" name="Espace réservé du contenu 2">
            <a:extLst>
              <a:ext uri="{FF2B5EF4-FFF2-40B4-BE49-F238E27FC236}">
                <a16:creationId xmlns:a16="http://schemas.microsoft.com/office/drawing/2014/main" id="{87286E50-FA5C-BF29-3305-47D4F0622D0C}"/>
              </a:ext>
            </a:extLst>
          </p:cNvPr>
          <p:cNvSpPr txBox="1">
            <a:spLocks/>
          </p:cNvSpPr>
          <p:nvPr/>
        </p:nvSpPr>
        <p:spPr>
          <a:xfrm>
            <a:off x="425302" y="598508"/>
            <a:ext cx="10730378" cy="5294936"/>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91440" lvl="1" indent="-91440">
              <a:spcBef>
                <a:spcPts val="0"/>
              </a:spcBef>
              <a:spcAft>
                <a:spcPts val="0"/>
              </a:spcAft>
              <a:buClrTx/>
              <a:buSzPct val="100000"/>
              <a:buFont typeface="Wingdings" panose="05000000000000000000" pitchFamily="2" charset="2"/>
              <a:buChar char="v"/>
              <a:tabLst>
                <a:tab pos="914400" algn="l"/>
              </a:tabLst>
            </a:pPr>
            <a:r>
              <a:rPr lang="fr-FR" sz="2400" dirty="0"/>
              <a:t>Visualisation et </a:t>
            </a:r>
            <a:r>
              <a:rPr lang="fr-FR" sz="2400" dirty="0">
                <a:latin typeface="Aptos" panose="020B0004020202020204" pitchFamily="34" charset="0"/>
                <a:cs typeface="Times New Roman" panose="02020603050405020304" pitchFamily="18" charset="0"/>
              </a:rPr>
              <a:t>Interprétation des clusters : </a:t>
            </a:r>
          </a:p>
          <a:p>
            <a:pPr marL="742950" lvl="1" indent="-285750">
              <a:lnSpc>
                <a:spcPct val="115000"/>
              </a:lnSpc>
              <a:spcBef>
                <a:spcPts val="0"/>
              </a:spcBef>
              <a:spcAft>
                <a:spcPts val="0"/>
              </a:spcAft>
              <a:buClr>
                <a:schemeClr val="tx1"/>
              </a:buClr>
              <a:buSzPts val="1000"/>
              <a:buFont typeface="Wingdings" panose="05000000000000000000" pitchFamily="2" charset="2"/>
              <a:buChar char="Ø"/>
              <a:tabLst>
                <a:tab pos="914400" algn="l"/>
              </a:tabLst>
            </a:pPr>
            <a:r>
              <a:rPr lang="fr-FR" sz="1500" noProof="0" dirty="0"/>
              <a:t>PC1 et PC2 </a:t>
            </a:r>
          </a:p>
        </p:txBody>
      </p:sp>
      <p:pic>
        <p:nvPicPr>
          <p:cNvPr id="6" name="Image 5">
            <a:extLst>
              <a:ext uri="{FF2B5EF4-FFF2-40B4-BE49-F238E27FC236}">
                <a16:creationId xmlns:a16="http://schemas.microsoft.com/office/drawing/2014/main" id="{BE42FB72-2119-3CE5-1E85-29A40C356ED6}"/>
              </a:ext>
            </a:extLst>
          </p:cNvPr>
          <p:cNvPicPr>
            <a:picLocks noChangeAspect="1"/>
          </p:cNvPicPr>
          <p:nvPr/>
        </p:nvPicPr>
        <p:blipFill>
          <a:blip r:embed="rId3"/>
          <a:stretch>
            <a:fillRect/>
          </a:stretch>
        </p:blipFill>
        <p:spPr>
          <a:xfrm>
            <a:off x="6393410" y="1406811"/>
            <a:ext cx="4425481" cy="4357014"/>
          </a:xfrm>
          <a:prstGeom prst="rect">
            <a:avLst/>
          </a:prstGeom>
        </p:spPr>
      </p:pic>
      <p:pic>
        <p:nvPicPr>
          <p:cNvPr id="5" name="Image 4">
            <a:extLst>
              <a:ext uri="{FF2B5EF4-FFF2-40B4-BE49-F238E27FC236}">
                <a16:creationId xmlns:a16="http://schemas.microsoft.com/office/drawing/2014/main" id="{CD24CDFF-4601-23F4-69C2-8AA649275F36}"/>
              </a:ext>
            </a:extLst>
          </p:cNvPr>
          <p:cNvPicPr>
            <a:picLocks noChangeAspect="1"/>
          </p:cNvPicPr>
          <p:nvPr/>
        </p:nvPicPr>
        <p:blipFill>
          <a:blip r:embed="rId4"/>
          <a:stretch>
            <a:fillRect/>
          </a:stretch>
        </p:blipFill>
        <p:spPr>
          <a:xfrm>
            <a:off x="561046" y="1730816"/>
            <a:ext cx="5495575" cy="3709004"/>
          </a:xfrm>
          <a:prstGeom prst="rect">
            <a:avLst/>
          </a:prstGeom>
        </p:spPr>
      </p:pic>
    </p:spTree>
    <p:extLst>
      <p:ext uri="{BB962C8B-B14F-4D97-AF65-F5344CB8AC3E}">
        <p14:creationId xmlns:p14="http://schemas.microsoft.com/office/powerpoint/2010/main" val="727172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A526D-0EA9-D2E2-3114-77E2DA4B119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47CC616-9771-6D23-411A-A46D258C5576}"/>
              </a:ext>
            </a:extLst>
          </p:cNvPr>
          <p:cNvSpPr txBox="1">
            <a:spLocks/>
          </p:cNvSpPr>
          <p:nvPr/>
        </p:nvSpPr>
        <p:spPr>
          <a:xfrm>
            <a:off x="876832" y="193679"/>
            <a:ext cx="10058400" cy="618272"/>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endParaRPr lang="fr-FR" noProof="0" dirty="0"/>
          </a:p>
        </p:txBody>
      </p:sp>
      <p:sp>
        <p:nvSpPr>
          <p:cNvPr id="3" name="Espace réservé du contenu 2">
            <a:extLst>
              <a:ext uri="{FF2B5EF4-FFF2-40B4-BE49-F238E27FC236}">
                <a16:creationId xmlns:a16="http://schemas.microsoft.com/office/drawing/2014/main" id="{F616FB5F-9B06-052C-2BB7-6BED32871FAB}"/>
              </a:ext>
            </a:extLst>
          </p:cNvPr>
          <p:cNvSpPr txBox="1">
            <a:spLocks/>
          </p:cNvSpPr>
          <p:nvPr/>
        </p:nvSpPr>
        <p:spPr>
          <a:xfrm>
            <a:off x="425302" y="598508"/>
            <a:ext cx="10730378" cy="5294936"/>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91440" lvl="1" indent="-91440">
              <a:spcBef>
                <a:spcPts val="0"/>
              </a:spcBef>
              <a:spcAft>
                <a:spcPts val="0"/>
              </a:spcAft>
              <a:buClrTx/>
              <a:buSzPct val="100000"/>
              <a:buFont typeface="Wingdings" panose="05000000000000000000" pitchFamily="2" charset="2"/>
              <a:buChar char="v"/>
              <a:tabLst>
                <a:tab pos="914400" algn="l"/>
              </a:tabLst>
            </a:pPr>
            <a:r>
              <a:rPr lang="fr-FR" sz="2400" dirty="0"/>
              <a:t> Teste d’ANOVA </a:t>
            </a:r>
            <a:r>
              <a:rPr lang="fr-FR" sz="2400" dirty="0">
                <a:latin typeface="Aptos" panose="020B0004020202020204" pitchFamily="34" charset="0"/>
                <a:cs typeface="Times New Roman" panose="02020603050405020304" pitchFamily="18" charset="0"/>
              </a:rPr>
              <a:t>: </a:t>
            </a:r>
          </a:p>
          <a:p>
            <a:pPr marL="0" lvl="1" indent="0">
              <a:spcBef>
                <a:spcPts val="0"/>
              </a:spcBef>
              <a:spcAft>
                <a:spcPts val="0"/>
              </a:spcAft>
              <a:buClrTx/>
              <a:buSzPct val="100000"/>
              <a:buNone/>
              <a:tabLst>
                <a:tab pos="914400" algn="l"/>
              </a:tabLst>
            </a:pPr>
            <a:endParaRPr lang="fr-FR" sz="1500" noProof="0" dirty="0"/>
          </a:p>
        </p:txBody>
      </p:sp>
      <p:pic>
        <p:nvPicPr>
          <p:cNvPr id="7" name="Image 6">
            <a:extLst>
              <a:ext uri="{FF2B5EF4-FFF2-40B4-BE49-F238E27FC236}">
                <a16:creationId xmlns:a16="http://schemas.microsoft.com/office/drawing/2014/main" id="{D0D5B7B4-35F9-B21D-112A-45DDB952A253}"/>
              </a:ext>
            </a:extLst>
          </p:cNvPr>
          <p:cNvPicPr>
            <a:picLocks noChangeAspect="1"/>
          </p:cNvPicPr>
          <p:nvPr/>
        </p:nvPicPr>
        <p:blipFill>
          <a:blip r:embed="rId3"/>
          <a:stretch>
            <a:fillRect/>
          </a:stretch>
        </p:blipFill>
        <p:spPr>
          <a:xfrm>
            <a:off x="2068421" y="1172605"/>
            <a:ext cx="7767263" cy="4360184"/>
          </a:xfrm>
          <a:prstGeom prst="rect">
            <a:avLst/>
          </a:prstGeom>
        </p:spPr>
      </p:pic>
      <p:pic>
        <p:nvPicPr>
          <p:cNvPr id="9" name="Image 8">
            <a:extLst>
              <a:ext uri="{FF2B5EF4-FFF2-40B4-BE49-F238E27FC236}">
                <a16:creationId xmlns:a16="http://schemas.microsoft.com/office/drawing/2014/main" id="{DBE1C07D-D427-5B2E-3AEA-5F43B1A67600}"/>
              </a:ext>
            </a:extLst>
          </p:cNvPr>
          <p:cNvPicPr>
            <a:picLocks noChangeAspect="1"/>
          </p:cNvPicPr>
          <p:nvPr/>
        </p:nvPicPr>
        <p:blipFill>
          <a:blip r:embed="rId4"/>
          <a:stretch>
            <a:fillRect/>
          </a:stretch>
        </p:blipFill>
        <p:spPr>
          <a:xfrm>
            <a:off x="364601" y="1172605"/>
            <a:ext cx="11571425" cy="4360184"/>
          </a:xfrm>
          <a:prstGeom prst="rect">
            <a:avLst/>
          </a:prstGeom>
        </p:spPr>
      </p:pic>
    </p:spTree>
    <p:extLst>
      <p:ext uri="{BB962C8B-B14F-4D97-AF65-F5344CB8AC3E}">
        <p14:creationId xmlns:p14="http://schemas.microsoft.com/office/powerpoint/2010/main" val="1281375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CC46C14-445C-ABEC-B5EC-05581C351F25}"/>
              </a:ext>
            </a:extLst>
          </p:cNvPr>
          <p:cNvSpPr txBox="1">
            <a:spLocks/>
          </p:cNvSpPr>
          <p:nvPr/>
        </p:nvSpPr>
        <p:spPr>
          <a:xfrm>
            <a:off x="1066800" y="385860"/>
            <a:ext cx="10058400" cy="618272"/>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fr-FR" noProof="0" dirty="0"/>
              <a:t>Solution pour améliorer le remplissage des données </a:t>
            </a:r>
          </a:p>
        </p:txBody>
      </p:sp>
      <p:sp>
        <p:nvSpPr>
          <p:cNvPr id="3" name="Espace réservé du contenu 2">
            <a:extLst>
              <a:ext uri="{FF2B5EF4-FFF2-40B4-BE49-F238E27FC236}">
                <a16:creationId xmlns:a16="http://schemas.microsoft.com/office/drawing/2014/main" id="{87286E50-FA5C-BF29-3305-47D4F0622D0C}"/>
              </a:ext>
            </a:extLst>
          </p:cNvPr>
          <p:cNvSpPr txBox="1">
            <a:spLocks/>
          </p:cNvSpPr>
          <p:nvPr/>
        </p:nvSpPr>
        <p:spPr>
          <a:xfrm>
            <a:off x="457104" y="2021137"/>
            <a:ext cx="11206811" cy="4071319"/>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457200" lvl="1" indent="0">
              <a:lnSpc>
                <a:spcPct val="115000"/>
              </a:lnSpc>
              <a:spcBef>
                <a:spcPts val="0"/>
              </a:spcBef>
              <a:spcAft>
                <a:spcPts val="0"/>
              </a:spcAft>
              <a:buSzPts val="1000"/>
              <a:buNone/>
              <a:tabLst>
                <a:tab pos="914400" algn="l"/>
              </a:tabLst>
            </a:pPr>
            <a:r>
              <a:rPr lang="fr-FR" sz="1500" noProof="0" dirty="0">
                <a:latin typeface="Aptos" panose="020B0004020202020204" pitchFamily="34" charset="0"/>
                <a:cs typeface="Times New Roman" panose="02020603050405020304" pitchFamily="18" charset="0"/>
              </a:rPr>
              <a:t>On peut imaginer le formulaire de remplissage de chaque nouveau produit comme suit :  </a:t>
            </a:r>
          </a:p>
          <a:p>
            <a:pPr marL="457200" lvl="1" indent="0">
              <a:lnSpc>
                <a:spcPct val="115000"/>
              </a:lnSpc>
              <a:spcBef>
                <a:spcPts val="0"/>
              </a:spcBef>
              <a:spcAft>
                <a:spcPts val="0"/>
              </a:spcAft>
              <a:buSzPts val="1000"/>
              <a:buNone/>
              <a:tabLst>
                <a:tab pos="914400" algn="l"/>
              </a:tabLst>
            </a:pPr>
            <a:endParaRPr lang="fr-FR" sz="1500" noProof="0" dirty="0">
              <a:latin typeface="Aptos" panose="020B0004020202020204" pitchFamily="34" charset="0"/>
              <a:cs typeface="Times New Roman" panose="02020603050405020304" pitchFamily="18" charset="0"/>
            </a:endParaRPr>
          </a:p>
          <a:p>
            <a:pPr marL="742950" lvl="1" indent="-285750">
              <a:lnSpc>
                <a:spcPct val="115000"/>
              </a:lnSpc>
              <a:spcBef>
                <a:spcPts val="0"/>
              </a:spcBef>
              <a:spcAft>
                <a:spcPts val="0"/>
              </a:spcAft>
              <a:buClr>
                <a:schemeClr val="tx1"/>
              </a:buClr>
              <a:buSzPts val="1000"/>
              <a:buFont typeface="Wingdings" panose="05000000000000000000" pitchFamily="2" charset="2"/>
              <a:buChar char="Ø"/>
              <a:tabLst>
                <a:tab pos="914400" algn="l"/>
              </a:tabLst>
            </a:pPr>
            <a:r>
              <a:rPr lang="fr-FR" sz="1500" dirty="0">
                <a:latin typeface="Aptos" panose="020B0004020202020204" pitchFamily="34" charset="0"/>
                <a:cs typeface="Times New Roman" panose="02020603050405020304" pitchFamily="18" charset="0"/>
              </a:rPr>
              <a:t>Formulaire avec des champs à remplir avec les colonnes strictement nécessaires </a:t>
            </a:r>
            <a:endParaRPr lang="fr-FR" sz="1500" noProof="0" dirty="0">
              <a:latin typeface="Aptos" panose="020B0004020202020204" pitchFamily="34" charset="0"/>
              <a:cs typeface="Times New Roman" panose="02020603050405020304" pitchFamily="18" charset="0"/>
            </a:endParaRPr>
          </a:p>
          <a:p>
            <a:pPr marL="742950" lvl="1" indent="-285750">
              <a:lnSpc>
                <a:spcPct val="115000"/>
              </a:lnSpc>
              <a:spcBef>
                <a:spcPts val="0"/>
              </a:spcBef>
              <a:spcAft>
                <a:spcPts val="0"/>
              </a:spcAft>
              <a:buClr>
                <a:schemeClr val="tx1"/>
              </a:buClr>
              <a:buSzPts val="1000"/>
              <a:buFont typeface="Wingdings" panose="05000000000000000000" pitchFamily="2" charset="2"/>
              <a:buChar char="Ø"/>
              <a:tabLst>
                <a:tab pos="914400" algn="l"/>
              </a:tabLst>
            </a:pPr>
            <a:r>
              <a:rPr lang="fr-FR" sz="1500" noProof="0" dirty="0">
                <a:latin typeface="Aptos" panose="020B0004020202020204" pitchFamily="34" charset="0"/>
                <a:cs typeface="Times New Roman" panose="02020603050405020304" pitchFamily="18" charset="0"/>
              </a:rPr>
              <a:t>Avoir une vérification automatique pour le champ « code »si toutefois le produit existe déjà (pour éviter les doublons).</a:t>
            </a:r>
          </a:p>
          <a:p>
            <a:pPr marL="742950" lvl="1" indent="-285750">
              <a:lnSpc>
                <a:spcPct val="115000"/>
              </a:lnSpc>
              <a:spcBef>
                <a:spcPts val="0"/>
              </a:spcBef>
              <a:spcAft>
                <a:spcPts val="0"/>
              </a:spcAft>
              <a:buClr>
                <a:schemeClr val="tx1"/>
              </a:buClr>
              <a:buSzPts val="1000"/>
              <a:buFont typeface="Wingdings" panose="05000000000000000000" pitchFamily="2" charset="2"/>
              <a:buChar char="Ø"/>
              <a:tabLst>
                <a:tab pos="914400" algn="l"/>
              </a:tabLst>
            </a:pPr>
            <a:r>
              <a:rPr lang="fr-FR" sz="1500" noProof="0" dirty="0">
                <a:latin typeface="Aptos" panose="020B0004020202020204" pitchFamily="34" charset="0"/>
                <a:cs typeface="Times New Roman" panose="02020603050405020304" pitchFamily="18" charset="0"/>
              </a:rPr>
              <a:t>Faciliter la saisie avec des champs déroulant ou avec un système d’</a:t>
            </a:r>
            <a:r>
              <a:rPr lang="fr-FR" sz="1500" noProof="0" dirty="0" err="1">
                <a:latin typeface="Aptos" panose="020B0004020202020204" pitchFamily="34" charset="0"/>
                <a:cs typeface="Times New Roman" panose="02020603050405020304" pitchFamily="18" charset="0"/>
              </a:rPr>
              <a:t>auto-complétion</a:t>
            </a:r>
            <a:r>
              <a:rPr lang="fr-FR" sz="1500" noProof="0" dirty="0">
                <a:latin typeface="Aptos" panose="020B0004020202020204" pitchFamily="34" charset="0"/>
                <a:cs typeface="Times New Roman" panose="02020603050405020304" pitchFamily="18" charset="0"/>
              </a:rPr>
              <a:t>.</a:t>
            </a:r>
            <a:endParaRPr lang="fr-FR" sz="1500" dirty="0">
              <a:latin typeface="Aptos" panose="020B0004020202020204" pitchFamily="34" charset="0"/>
              <a:cs typeface="Times New Roman" panose="02020603050405020304" pitchFamily="18" charset="0"/>
            </a:endParaRPr>
          </a:p>
          <a:p>
            <a:pPr marL="742950" lvl="1" indent="-285750">
              <a:lnSpc>
                <a:spcPct val="115000"/>
              </a:lnSpc>
              <a:spcBef>
                <a:spcPts val="0"/>
              </a:spcBef>
              <a:spcAft>
                <a:spcPts val="0"/>
              </a:spcAft>
              <a:buClr>
                <a:schemeClr val="tx1"/>
              </a:buClr>
              <a:buSzPts val="1000"/>
              <a:buFont typeface="Wingdings" panose="05000000000000000000" pitchFamily="2" charset="2"/>
              <a:buChar char="Ø"/>
              <a:tabLst>
                <a:tab pos="914400" algn="l"/>
              </a:tabLst>
            </a:pPr>
            <a:r>
              <a:rPr lang="fr-FR" sz="1500" noProof="0" dirty="0">
                <a:latin typeface="Aptos" panose="020B0004020202020204" pitchFamily="34" charset="0"/>
                <a:cs typeface="Times New Roman" panose="02020603050405020304" pitchFamily="18" charset="0"/>
              </a:rPr>
              <a:t>Détection des valeurs aberrante par exemple ne pas déplacer un certain tau</a:t>
            </a:r>
            <a:r>
              <a:rPr lang="fr-FR" sz="1500" dirty="0">
                <a:latin typeface="Aptos" panose="020B0004020202020204" pitchFamily="34" charset="0"/>
                <a:cs typeface="Times New Roman" panose="02020603050405020304" pitchFamily="18" charset="0"/>
              </a:rPr>
              <a:t>x</a:t>
            </a:r>
            <a:r>
              <a:rPr lang="fr-FR" sz="1500" noProof="0" dirty="0">
                <a:latin typeface="Aptos" panose="020B0004020202020204" pitchFamily="34" charset="0"/>
                <a:cs typeface="Times New Roman" panose="02020603050405020304" pitchFamily="18" charset="0"/>
              </a:rPr>
              <a:t> d'énergie en </a:t>
            </a:r>
            <a:r>
              <a:rPr lang="fr-FR" sz="1500" dirty="0">
                <a:latin typeface="Aptos" panose="020B0004020202020204" pitchFamily="34" charset="0"/>
                <a:cs typeface="Times New Roman" panose="02020603050405020304" pitchFamily="18" charset="0"/>
              </a:rPr>
              <a:t>KJ</a:t>
            </a:r>
            <a:r>
              <a:rPr lang="fr-FR" sz="1500" noProof="0" dirty="0">
                <a:latin typeface="Aptos" panose="020B0004020202020204" pitchFamily="34" charset="0"/>
                <a:cs typeface="Times New Roman" panose="02020603050405020304" pitchFamily="18" charset="0"/>
              </a:rPr>
              <a:t> par 100 grammes ou ne pas dépasser la valeurs 100 pour 100 grammes de produit ou encore signaler une erreur quand la somme des champs et supérieurs à 100; </a:t>
            </a:r>
          </a:p>
          <a:p>
            <a:pPr marL="742950" lvl="1" indent="-285750">
              <a:lnSpc>
                <a:spcPct val="115000"/>
              </a:lnSpc>
              <a:spcBef>
                <a:spcPts val="0"/>
              </a:spcBef>
              <a:spcAft>
                <a:spcPts val="0"/>
              </a:spcAft>
              <a:buClr>
                <a:schemeClr val="tx1"/>
              </a:buClr>
              <a:buSzPts val="1000"/>
              <a:buFont typeface="Wingdings" panose="05000000000000000000" pitchFamily="2" charset="2"/>
              <a:buChar char="Ø"/>
              <a:tabLst>
                <a:tab pos="914400" algn="l"/>
              </a:tabLst>
            </a:pPr>
            <a:r>
              <a:rPr lang="fr-FR" sz="1500" dirty="0">
                <a:latin typeface="Aptos" panose="020B0004020202020204" pitchFamily="34" charset="0"/>
                <a:cs typeface="Times New Roman" panose="02020603050405020304" pitchFamily="18" charset="0"/>
              </a:rPr>
              <a:t>Remplissage par ECR ( Optical </a:t>
            </a:r>
            <a:r>
              <a:rPr lang="fr-FR" sz="1500" dirty="0" err="1">
                <a:latin typeface="Aptos" panose="020B0004020202020204" pitchFamily="34" charset="0"/>
                <a:cs typeface="Times New Roman" panose="02020603050405020304" pitchFamily="18" charset="0"/>
              </a:rPr>
              <a:t>Character</a:t>
            </a:r>
            <a:r>
              <a:rPr lang="fr-FR" sz="1500" dirty="0">
                <a:latin typeface="Aptos" panose="020B0004020202020204" pitchFamily="34" charset="0"/>
                <a:cs typeface="Times New Roman" panose="02020603050405020304" pitchFamily="18" charset="0"/>
              </a:rPr>
              <a:t> Recognition) avec une IA capable de transformer la liste des nutriments en une table </a:t>
            </a:r>
          </a:p>
          <a:p>
            <a:pPr marL="457200" lvl="1" indent="0">
              <a:lnSpc>
                <a:spcPct val="115000"/>
              </a:lnSpc>
              <a:spcBef>
                <a:spcPts val="0"/>
              </a:spcBef>
              <a:spcAft>
                <a:spcPts val="0"/>
              </a:spcAft>
              <a:buSzPts val="1000"/>
              <a:buNone/>
              <a:tabLst>
                <a:tab pos="914400" algn="l"/>
              </a:tabLst>
            </a:pPr>
            <a:endParaRPr lang="fr-FR" sz="1500" noProof="0" dirty="0">
              <a:latin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9518478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383F55CA-FB70-4E36-ED01-6F0221BDB694}"/>
              </a:ext>
            </a:extLst>
          </p:cNvPr>
          <p:cNvPicPr>
            <a:picLocks noChangeAspect="1"/>
          </p:cNvPicPr>
          <p:nvPr/>
        </p:nvPicPr>
        <p:blipFill>
          <a:blip r:embed="rId2"/>
          <a:stretch>
            <a:fillRect/>
          </a:stretch>
        </p:blipFill>
        <p:spPr>
          <a:xfrm>
            <a:off x="6862527" y="1566249"/>
            <a:ext cx="4593256" cy="3145012"/>
          </a:xfrm>
          <a:prstGeom prst="rect">
            <a:avLst/>
          </a:prstGeom>
        </p:spPr>
      </p:pic>
      <p:pic>
        <p:nvPicPr>
          <p:cNvPr id="5" name="Image 4">
            <a:extLst>
              <a:ext uri="{FF2B5EF4-FFF2-40B4-BE49-F238E27FC236}">
                <a16:creationId xmlns:a16="http://schemas.microsoft.com/office/drawing/2014/main" id="{8153942D-3EC2-BB8A-85BF-3EBD6DA021A2}"/>
              </a:ext>
            </a:extLst>
          </p:cNvPr>
          <p:cNvPicPr>
            <a:picLocks noChangeAspect="1"/>
          </p:cNvPicPr>
          <p:nvPr/>
        </p:nvPicPr>
        <p:blipFill>
          <a:blip r:embed="rId3"/>
          <a:stretch>
            <a:fillRect/>
          </a:stretch>
        </p:blipFill>
        <p:spPr>
          <a:xfrm>
            <a:off x="4485671" y="1014986"/>
            <a:ext cx="2146642" cy="4610743"/>
          </a:xfrm>
          <a:prstGeom prst="rect">
            <a:avLst/>
          </a:prstGeom>
        </p:spPr>
      </p:pic>
      <p:pic>
        <p:nvPicPr>
          <p:cNvPr id="7" name="Image 6">
            <a:extLst>
              <a:ext uri="{FF2B5EF4-FFF2-40B4-BE49-F238E27FC236}">
                <a16:creationId xmlns:a16="http://schemas.microsoft.com/office/drawing/2014/main" id="{D8571E0D-6550-4E7A-1F0B-E4CFACD3D5EE}"/>
              </a:ext>
            </a:extLst>
          </p:cNvPr>
          <p:cNvPicPr>
            <a:picLocks noChangeAspect="1"/>
          </p:cNvPicPr>
          <p:nvPr/>
        </p:nvPicPr>
        <p:blipFill>
          <a:blip r:embed="rId4"/>
          <a:stretch>
            <a:fillRect/>
          </a:stretch>
        </p:blipFill>
        <p:spPr>
          <a:xfrm>
            <a:off x="666030" y="1014986"/>
            <a:ext cx="3562847" cy="4610743"/>
          </a:xfrm>
          <a:prstGeom prst="rect">
            <a:avLst/>
          </a:prstGeom>
        </p:spPr>
      </p:pic>
    </p:spTree>
    <p:extLst>
      <p:ext uri="{BB962C8B-B14F-4D97-AF65-F5344CB8AC3E}">
        <p14:creationId xmlns:p14="http://schemas.microsoft.com/office/powerpoint/2010/main" val="1501986704"/>
      </p:ext>
    </p:extLst>
  </p:cSld>
  <p:clrMapOvr>
    <a:masterClrMapping/>
  </p:clrMapOvr>
</p:sld>
</file>

<file path=ppt/theme/theme1.xml><?xml version="1.0" encoding="utf-8"?>
<a:theme xmlns:a="http://schemas.openxmlformats.org/drawingml/2006/main" name="Rétrospective">
  <a:themeElements>
    <a:clrScheme name="Violet">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Rétrospectiv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étrospective">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Conception personnalisé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48634</TotalTime>
  <Words>1442</Words>
  <Application>Microsoft Office PowerPoint</Application>
  <PresentationFormat>Grand écran</PresentationFormat>
  <Paragraphs>273</Paragraphs>
  <Slides>42</Slides>
  <Notes>40</Notes>
  <HiddenSlides>0</HiddenSlides>
  <MMClips>0</MMClips>
  <ScaleCrop>false</ScaleCrop>
  <HeadingPairs>
    <vt:vector size="6" baseType="variant">
      <vt:variant>
        <vt:lpstr>Polices utilisées</vt:lpstr>
      </vt:variant>
      <vt:variant>
        <vt:i4>7</vt:i4>
      </vt:variant>
      <vt:variant>
        <vt:lpstr>Thème</vt:lpstr>
      </vt:variant>
      <vt:variant>
        <vt:i4>2</vt:i4>
      </vt:variant>
      <vt:variant>
        <vt:lpstr>Titres des diapositives</vt:lpstr>
      </vt:variant>
      <vt:variant>
        <vt:i4>42</vt:i4>
      </vt:variant>
    </vt:vector>
  </HeadingPairs>
  <TitlesOfParts>
    <vt:vector size="51" baseType="lpstr">
      <vt:lpstr>Aptos</vt:lpstr>
      <vt:lpstr>Aptos Display</vt:lpstr>
      <vt:lpstr>Arial</vt:lpstr>
      <vt:lpstr>Calibri</vt:lpstr>
      <vt:lpstr>Calibri Light</vt:lpstr>
      <vt:lpstr>Courier New</vt:lpstr>
      <vt:lpstr>Wingdings</vt:lpstr>
      <vt:lpstr>Rétrospective</vt:lpstr>
      <vt:lpstr>Conception personnalisée</vt:lpstr>
      <vt:lpstr>Projet 3: Préparez des données pour un organisme de santé publique</vt:lpstr>
      <vt:lpstr>Sommaire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amine attig</dc:creator>
  <cp:lastModifiedBy>Marion Sol</cp:lastModifiedBy>
  <cp:revision>4</cp:revision>
  <dcterms:created xsi:type="dcterms:W3CDTF">2024-07-27T13:56:50Z</dcterms:created>
  <dcterms:modified xsi:type="dcterms:W3CDTF">2024-11-22T09:24:40Z</dcterms:modified>
</cp:coreProperties>
</file>