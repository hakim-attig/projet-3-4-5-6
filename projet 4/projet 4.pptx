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46"/>
  </p:notesMasterIdLst>
  <p:sldIdLst>
    <p:sldId id="291" r:id="rId3"/>
    <p:sldId id="293" r:id="rId4"/>
    <p:sldId id="295" r:id="rId5"/>
    <p:sldId id="332" r:id="rId6"/>
    <p:sldId id="296" r:id="rId7"/>
    <p:sldId id="297" r:id="rId8"/>
    <p:sldId id="322" r:id="rId9"/>
    <p:sldId id="298" r:id="rId10"/>
    <p:sldId id="299" r:id="rId11"/>
    <p:sldId id="323" r:id="rId12"/>
    <p:sldId id="324" r:id="rId13"/>
    <p:sldId id="325" r:id="rId14"/>
    <p:sldId id="343" r:id="rId15"/>
    <p:sldId id="344" r:id="rId16"/>
    <p:sldId id="345" r:id="rId17"/>
    <p:sldId id="346" r:id="rId18"/>
    <p:sldId id="347" r:id="rId19"/>
    <p:sldId id="353" r:id="rId20"/>
    <p:sldId id="352" r:id="rId21"/>
    <p:sldId id="351" r:id="rId22"/>
    <p:sldId id="349" r:id="rId23"/>
    <p:sldId id="350" r:id="rId24"/>
    <p:sldId id="348" r:id="rId25"/>
    <p:sldId id="354" r:id="rId26"/>
    <p:sldId id="355" r:id="rId27"/>
    <p:sldId id="356" r:id="rId28"/>
    <p:sldId id="357" r:id="rId29"/>
    <p:sldId id="358" r:id="rId30"/>
    <p:sldId id="328" r:id="rId31"/>
    <p:sldId id="329" r:id="rId32"/>
    <p:sldId id="330" r:id="rId33"/>
    <p:sldId id="331" r:id="rId34"/>
    <p:sldId id="359" r:id="rId35"/>
    <p:sldId id="333" r:id="rId36"/>
    <p:sldId id="334" r:id="rId37"/>
    <p:sldId id="301" r:id="rId38"/>
    <p:sldId id="335" r:id="rId39"/>
    <p:sldId id="360" r:id="rId40"/>
    <p:sldId id="336" r:id="rId41"/>
    <p:sldId id="341" r:id="rId42"/>
    <p:sldId id="302" r:id="rId43"/>
    <p:sldId id="342" r:id="rId44"/>
    <p:sldId id="36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DF4CDD-6676-4E30-ABB2-F5BF706D64DB}" v="41" dt="2025-01-24T11:39:44.6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6/11/relationships/changesInfo" Target="changesInfos/changesInfo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on Sol" userId="8fc6c4da0649c2dd" providerId="LiveId" clId="{CADF4CDD-6676-4E30-ABB2-F5BF706D64DB}"/>
    <pc:docChg chg="undo custSel addSld modSld">
      <pc:chgData name="Marion Sol" userId="8fc6c4da0649c2dd" providerId="LiveId" clId="{CADF4CDD-6676-4E30-ABB2-F5BF706D64DB}" dt="2025-01-24T11:39:44.690" v="489"/>
      <pc:docMkLst>
        <pc:docMk/>
      </pc:docMkLst>
      <pc:sldChg chg="modSp mod">
        <pc:chgData name="Marion Sol" userId="8fc6c4da0649c2dd" providerId="LiveId" clId="{CADF4CDD-6676-4E30-ABB2-F5BF706D64DB}" dt="2025-01-17T14:31:00.283" v="39" actId="33524"/>
        <pc:sldMkLst>
          <pc:docMk/>
          <pc:sldMk cId="2156845374" sldId="291"/>
        </pc:sldMkLst>
        <pc:spChg chg="mod">
          <ac:chgData name="Marion Sol" userId="8fc6c4da0649c2dd" providerId="LiveId" clId="{CADF4CDD-6676-4E30-ABB2-F5BF706D64DB}" dt="2025-01-17T14:30:21.329" v="7"/>
          <ac:spMkLst>
            <pc:docMk/>
            <pc:sldMk cId="2156845374" sldId="291"/>
            <ac:spMk id="2" creationId="{C24423DC-8A90-AF11-5AAC-107F7B7B3E6B}"/>
          </ac:spMkLst>
        </pc:spChg>
        <pc:spChg chg="mod">
          <ac:chgData name="Marion Sol" userId="8fc6c4da0649c2dd" providerId="LiveId" clId="{CADF4CDD-6676-4E30-ABB2-F5BF706D64DB}" dt="2025-01-17T14:31:00.283" v="39" actId="33524"/>
          <ac:spMkLst>
            <pc:docMk/>
            <pc:sldMk cId="2156845374" sldId="291"/>
            <ac:spMk id="3" creationId="{99203BBD-1CD8-E13D-5BA9-C7A931D650FB}"/>
          </ac:spMkLst>
        </pc:spChg>
      </pc:sldChg>
      <pc:sldChg chg="addSp delSp modSp mod">
        <pc:chgData name="Marion Sol" userId="8fc6c4da0649c2dd" providerId="LiveId" clId="{CADF4CDD-6676-4E30-ABB2-F5BF706D64DB}" dt="2025-01-17T14:46:45.307" v="339" actId="26606"/>
        <pc:sldMkLst>
          <pc:docMk/>
          <pc:sldMk cId="549903691" sldId="293"/>
        </pc:sldMkLst>
        <pc:spChg chg="mod">
          <ac:chgData name="Marion Sol" userId="8fc6c4da0649c2dd" providerId="LiveId" clId="{CADF4CDD-6676-4E30-ABB2-F5BF706D64DB}" dt="2025-01-17T14:46:45.307" v="339" actId="26606"/>
          <ac:spMkLst>
            <pc:docMk/>
            <pc:sldMk cId="549903691" sldId="293"/>
            <ac:spMk id="2" creationId="{46B9AD57-7255-9239-7A43-6418FDFA8937}"/>
          </ac:spMkLst>
        </pc:spChg>
        <pc:spChg chg="add del">
          <ac:chgData name="Marion Sol" userId="8fc6c4da0649c2dd" providerId="LiveId" clId="{CADF4CDD-6676-4E30-ABB2-F5BF706D64DB}" dt="2025-01-17T14:46:45.307" v="339" actId="26606"/>
          <ac:spMkLst>
            <pc:docMk/>
            <pc:sldMk cId="549903691" sldId="293"/>
            <ac:spMk id="13" creationId="{36D16D1E-4205-49F5-BD2A-DA769947C104}"/>
          </ac:spMkLst>
        </pc:spChg>
        <pc:spChg chg="add del">
          <ac:chgData name="Marion Sol" userId="8fc6c4da0649c2dd" providerId="LiveId" clId="{CADF4CDD-6676-4E30-ABB2-F5BF706D64DB}" dt="2025-01-17T14:46:45.307" v="339" actId="26606"/>
          <ac:spMkLst>
            <pc:docMk/>
            <pc:sldMk cId="549903691" sldId="293"/>
            <ac:spMk id="15" creationId="{012FD100-C039-4E03-B5E4-2EDFA7290AA6}"/>
          </ac:spMkLst>
        </pc:spChg>
        <pc:graphicFrameChg chg="mod modGraphic">
          <ac:chgData name="Marion Sol" userId="8fc6c4da0649c2dd" providerId="LiveId" clId="{CADF4CDD-6676-4E30-ABB2-F5BF706D64DB}" dt="2025-01-17T14:46:45.307" v="339" actId="26606"/>
          <ac:graphicFrameMkLst>
            <pc:docMk/>
            <pc:sldMk cId="549903691" sldId="293"/>
            <ac:graphicFrameMk id="9" creationId="{AE5CE005-9238-4BE2-F9CF-ACA17F5290A5}"/>
          </ac:graphicFrameMkLst>
        </pc:graphicFrameChg>
        <pc:cxnChg chg="add del">
          <ac:chgData name="Marion Sol" userId="8fc6c4da0649c2dd" providerId="LiveId" clId="{CADF4CDD-6676-4E30-ABB2-F5BF706D64DB}" dt="2025-01-17T14:46:45.307" v="339" actId="26606"/>
          <ac:cxnSpMkLst>
            <pc:docMk/>
            <pc:sldMk cId="549903691" sldId="293"/>
            <ac:cxnSpMk id="17" creationId="{4418FCD2-8448-4A81-8EB4-72250F7827B4}"/>
          </ac:cxnSpMkLst>
        </pc:cxnChg>
      </pc:sldChg>
      <pc:sldChg chg="modSp mod">
        <pc:chgData name="Marion Sol" userId="8fc6c4da0649c2dd" providerId="LiveId" clId="{CADF4CDD-6676-4E30-ABB2-F5BF706D64DB}" dt="2025-01-17T14:37:32.569" v="195" actId="20577"/>
        <pc:sldMkLst>
          <pc:docMk/>
          <pc:sldMk cId="776925510" sldId="295"/>
        </pc:sldMkLst>
        <pc:spChg chg="mod">
          <ac:chgData name="Marion Sol" userId="8fc6c4da0649c2dd" providerId="LiveId" clId="{CADF4CDD-6676-4E30-ABB2-F5BF706D64DB}" dt="2025-01-17T14:37:32.569" v="195" actId="20577"/>
          <ac:spMkLst>
            <pc:docMk/>
            <pc:sldMk cId="776925510" sldId="295"/>
            <ac:spMk id="3" creationId="{87286E50-FA5C-BF29-3305-47D4F0622D0C}"/>
          </ac:spMkLst>
        </pc:spChg>
      </pc:sldChg>
      <pc:sldChg chg="addSp modSp mod setBg">
        <pc:chgData name="Marion Sol" userId="8fc6c4da0649c2dd" providerId="LiveId" clId="{CADF4CDD-6676-4E30-ABB2-F5BF706D64DB}" dt="2025-01-17T15:32:45.113" v="439" actId="26606"/>
        <pc:sldMkLst>
          <pc:docMk/>
          <pc:sldMk cId="2158501362" sldId="296"/>
        </pc:sldMkLst>
        <pc:spChg chg="mod">
          <ac:chgData name="Marion Sol" userId="8fc6c4da0649c2dd" providerId="LiveId" clId="{CADF4CDD-6676-4E30-ABB2-F5BF706D64DB}" dt="2025-01-17T15:32:45.113" v="439" actId="26606"/>
          <ac:spMkLst>
            <pc:docMk/>
            <pc:sldMk cId="2158501362" sldId="296"/>
            <ac:spMk id="2" creationId="{1CC46C14-445C-ABEC-B5EC-05581C351F25}"/>
          </ac:spMkLst>
        </pc:spChg>
        <pc:spChg chg="mod">
          <ac:chgData name="Marion Sol" userId="8fc6c4da0649c2dd" providerId="LiveId" clId="{CADF4CDD-6676-4E30-ABB2-F5BF706D64DB}" dt="2025-01-17T15:32:45.113" v="439" actId="26606"/>
          <ac:spMkLst>
            <pc:docMk/>
            <pc:sldMk cId="2158501362" sldId="296"/>
            <ac:spMk id="3" creationId="{87286E50-FA5C-BF29-3305-47D4F0622D0C}"/>
          </ac:spMkLst>
        </pc:spChg>
        <pc:spChg chg="add">
          <ac:chgData name="Marion Sol" userId="8fc6c4da0649c2dd" providerId="LiveId" clId="{CADF4CDD-6676-4E30-ABB2-F5BF706D64DB}" dt="2025-01-17T15:32:45.113" v="439" actId="26606"/>
          <ac:spMkLst>
            <pc:docMk/>
            <pc:sldMk cId="2158501362" sldId="296"/>
            <ac:spMk id="8" creationId="{13FE9996-7EAC-4679-B37D-C1045F42F954}"/>
          </ac:spMkLst>
        </pc:spChg>
        <pc:spChg chg="add">
          <ac:chgData name="Marion Sol" userId="8fc6c4da0649c2dd" providerId="LiveId" clId="{CADF4CDD-6676-4E30-ABB2-F5BF706D64DB}" dt="2025-01-17T15:32:45.113" v="439" actId="26606"/>
          <ac:spMkLst>
            <pc:docMk/>
            <pc:sldMk cId="2158501362" sldId="296"/>
            <ac:spMk id="10" creationId="{761DF1FE-5CC8-43D2-A76C-93C76EEDE1E9}"/>
          </ac:spMkLst>
        </pc:spChg>
        <pc:spChg chg="add">
          <ac:chgData name="Marion Sol" userId="8fc6c4da0649c2dd" providerId="LiveId" clId="{CADF4CDD-6676-4E30-ABB2-F5BF706D64DB}" dt="2025-01-17T15:32:45.113" v="439" actId="26606"/>
          <ac:spMkLst>
            <pc:docMk/>
            <pc:sldMk cId="2158501362" sldId="296"/>
            <ac:spMk id="14" creationId="{3741B58E-3B65-4A01-A276-975AB2CF8A08}"/>
          </ac:spMkLst>
        </pc:spChg>
        <pc:spChg chg="add">
          <ac:chgData name="Marion Sol" userId="8fc6c4da0649c2dd" providerId="LiveId" clId="{CADF4CDD-6676-4E30-ABB2-F5BF706D64DB}" dt="2025-01-17T15:32:45.113" v="439" actId="26606"/>
          <ac:spMkLst>
            <pc:docMk/>
            <pc:sldMk cId="2158501362" sldId="296"/>
            <ac:spMk id="16" creationId="{7AAC67C3-831B-4AB1-A259-DFB839CAFAFC}"/>
          </ac:spMkLst>
        </pc:spChg>
        <pc:spChg chg="add">
          <ac:chgData name="Marion Sol" userId="8fc6c4da0649c2dd" providerId="LiveId" clId="{CADF4CDD-6676-4E30-ABB2-F5BF706D64DB}" dt="2025-01-17T15:32:45.113" v="439" actId="26606"/>
          <ac:spMkLst>
            <pc:docMk/>
            <pc:sldMk cId="2158501362" sldId="296"/>
            <ac:spMk id="18" creationId="{054B3F04-9EAC-45C0-B3CE-0387EEA10A0C}"/>
          </ac:spMkLst>
        </pc:spChg>
        <pc:cxnChg chg="add">
          <ac:chgData name="Marion Sol" userId="8fc6c4da0649c2dd" providerId="LiveId" clId="{CADF4CDD-6676-4E30-ABB2-F5BF706D64DB}" dt="2025-01-17T15:32:45.113" v="439" actId="26606"/>
          <ac:cxnSpMkLst>
            <pc:docMk/>
            <pc:sldMk cId="2158501362" sldId="296"/>
            <ac:cxnSpMk id="12" creationId="{E161BEBD-A23C-409E-ABC7-73F9EDC02F20}"/>
          </ac:cxnSpMkLst>
        </pc:cxnChg>
      </pc:sldChg>
      <pc:sldChg chg="addSp delSp modSp mod">
        <pc:chgData name="Marion Sol" userId="8fc6c4da0649c2dd" providerId="LiveId" clId="{CADF4CDD-6676-4E30-ABB2-F5BF706D64DB}" dt="2025-01-17T15:33:09.507" v="440"/>
        <pc:sldMkLst>
          <pc:docMk/>
          <pc:sldMk cId="136577344" sldId="297"/>
        </pc:sldMkLst>
        <pc:spChg chg="mod">
          <ac:chgData name="Marion Sol" userId="8fc6c4da0649c2dd" providerId="LiveId" clId="{CADF4CDD-6676-4E30-ABB2-F5BF706D64DB}" dt="2025-01-17T15:33:09.507" v="440"/>
          <ac:spMkLst>
            <pc:docMk/>
            <pc:sldMk cId="136577344" sldId="297"/>
            <ac:spMk id="2" creationId="{1CC46C14-445C-ABEC-B5EC-05581C351F25}"/>
          </ac:spMkLst>
        </pc:spChg>
        <pc:spChg chg="mod">
          <ac:chgData name="Marion Sol" userId="8fc6c4da0649c2dd" providerId="LiveId" clId="{CADF4CDD-6676-4E30-ABB2-F5BF706D64DB}" dt="2025-01-17T15:30:12.120" v="435" actId="20577"/>
          <ac:spMkLst>
            <pc:docMk/>
            <pc:sldMk cId="136577344" sldId="297"/>
            <ac:spMk id="3" creationId="{87286E50-FA5C-BF29-3305-47D4F0622D0C}"/>
          </ac:spMkLst>
        </pc:spChg>
        <pc:picChg chg="add mod">
          <ac:chgData name="Marion Sol" userId="8fc6c4da0649c2dd" providerId="LiveId" clId="{CADF4CDD-6676-4E30-ABB2-F5BF706D64DB}" dt="2025-01-17T15:31:27.721" v="438" actId="1076"/>
          <ac:picMkLst>
            <pc:docMk/>
            <pc:sldMk cId="136577344" sldId="297"/>
            <ac:picMk id="5" creationId="{DDBC1AB9-0052-B700-EFC6-1BA949C52AAE}"/>
          </ac:picMkLst>
        </pc:picChg>
      </pc:sldChg>
      <pc:sldChg chg="modSp mod">
        <pc:chgData name="Marion Sol" userId="8fc6c4da0649c2dd" providerId="LiveId" clId="{CADF4CDD-6676-4E30-ABB2-F5BF706D64DB}" dt="2025-01-17T15:33:22.859" v="442"/>
        <pc:sldMkLst>
          <pc:docMk/>
          <pc:sldMk cId="3656268417" sldId="298"/>
        </pc:sldMkLst>
        <pc:spChg chg="mod">
          <ac:chgData name="Marion Sol" userId="8fc6c4da0649c2dd" providerId="LiveId" clId="{CADF4CDD-6676-4E30-ABB2-F5BF706D64DB}" dt="2025-01-17T15:33:22.859" v="442"/>
          <ac:spMkLst>
            <pc:docMk/>
            <pc:sldMk cId="3656268417" sldId="298"/>
            <ac:spMk id="2" creationId="{1CC46C14-445C-ABEC-B5EC-05581C351F25}"/>
          </ac:spMkLst>
        </pc:spChg>
      </pc:sldChg>
      <pc:sldChg chg="addSp delSp modSp mod">
        <pc:chgData name="Marion Sol" userId="8fc6c4da0649c2dd" providerId="LiveId" clId="{CADF4CDD-6676-4E30-ABB2-F5BF706D64DB}" dt="2025-01-24T11:39:38.132" v="488" actId="21"/>
        <pc:sldMkLst>
          <pc:docMk/>
          <pc:sldMk cId="1871517716" sldId="322"/>
        </pc:sldMkLst>
        <pc:spChg chg="mod">
          <ac:chgData name="Marion Sol" userId="8fc6c4da0649c2dd" providerId="LiveId" clId="{CADF4CDD-6676-4E30-ABB2-F5BF706D64DB}" dt="2025-01-17T15:33:16.818" v="441"/>
          <ac:spMkLst>
            <pc:docMk/>
            <pc:sldMk cId="1871517716" sldId="322"/>
            <ac:spMk id="2" creationId="{1CC46C14-445C-ABEC-B5EC-05581C351F25}"/>
          </ac:spMkLst>
        </pc:spChg>
        <pc:spChg chg="mod">
          <ac:chgData name="Marion Sol" userId="8fc6c4da0649c2dd" providerId="LiveId" clId="{CADF4CDD-6676-4E30-ABB2-F5BF706D64DB}" dt="2025-01-17T15:36:44.163" v="483" actId="20577"/>
          <ac:spMkLst>
            <pc:docMk/>
            <pc:sldMk cId="1871517716" sldId="322"/>
            <ac:spMk id="3" creationId="{87286E50-FA5C-BF29-3305-47D4F0622D0C}"/>
          </ac:spMkLst>
        </pc:spChg>
        <pc:picChg chg="add del mod">
          <ac:chgData name="Marion Sol" userId="8fc6c4da0649c2dd" providerId="LiveId" clId="{CADF4CDD-6676-4E30-ABB2-F5BF706D64DB}" dt="2025-01-24T11:39:38.132" v="488" actId="21"/>
          <ac:picMkLst>
            <pc:docMk/>
            <pc:sldMk cId="1871517716" sldId="322"/>
            <ac:picMk id="6" creationId="{F91F3503-E04B-34AD-C809-1B425CD398F9}"/>
          </ac:picMkLst>
        </pc:picChg>
      </pc:sldChg>
      <pc:sldChg chg="addSp delSp modSp mod setBg">
        <pc:chgData name="Marion Sol" userId="8fc6c4da0649c2dd" providerId="LiveId" clId="{CADF4CDD-6676-4E30-ABB2-F5BF706D64DB}" dt="2025-01-17T14:45:30.540" v="335" actId="26606"/>
        <pc:sldMkLst>
          <pc:docMk/>
          <pc:sldMk cId="4166615353" sldId="332"/>
        </pc:sldMkLst>
        <pc:spChg chg="mod">
          <ac:chgData name="Marion Sol" userId="8fc6c4da0649c2dd" providerId="LiveId" clId="{CADF4CDD-6676-4E30-ABB2-F5BF706D64DB}" dt="2025-01-17T14:45:30.477" v="334" actId="26606"/>
          <ac:spMkLst>
            <pc:docMk/>
            <pc:sldMk cId="4166615353" sldId="332"/>
            <ac:spMk id="2" creationId="{1CC46C14-445C-ABEC-B5EC-05581C351F25}"/>
          </ac:spMkLst>
        </pc:spChg>
        <pc:graphicFrameChg chg="add">
          <ac:chgData name="Marion Sol" userId="8fc6c4da0649c2dd" providerId="LiveId" clId="{CADF4CDD-6676-4E30-ABB2-F5BF706D64DB}" dt="2025-01-17T14:45:30.540" v="335" actId="26606"/>
          <ac:graphicFrameMkLst>
            <pc:docMk/>
            <pc:sldMk cId="4166615353" sldId="332"/>
            <ac:graphicFrameMk id="23" creationId="{F42B9467-C5F1-0A3E-30D8-38D17A53E050}"/>
          </ac:graphicFrameMkLst>
        </pc:graphicFrameChg>
      </pc:sldChg>
      <pc:sldChg chg="addSp modSp new">
        <pc:chgData name="Marion Sol" userId="8fc6c4da0649c2dd" providerId="LiveId" clId="{CADF4CDD-6676-4E30-ABB2-F5BF706D64DB}" dt="2025-01-24T11:39:44.690" v="489"/>
        <pc:sldMkLst>
          <pc:docMk/>
          <pc:sldMk cId="1875943806" sldId="361"/>
        </pc:sldMkLst>
        <pc:picChg chg="add mod">
          <ac:chgData name="Marion Sol" userId="8fc6c4da0649c2dd" providerId="LiveId" clId="{CADF4CDD-6676-4E30-ABB2-F5BF706D64DB}" dt="2025-01-24T11:39:44.690" v="489"/>
          <ac:picMkLst>
            <pc:docMk/>
            <pc:sldMk cId="1875943806" sldId="361"/>
            <ac:picMk id="6" creationId="{F91F3503-E04B-34AD-C809-1B425CD398F9}"/>
          </ac:picMkLst>
        </pc:picChg>
      </pc:sldChg>
    </pc:docChg>
  </pc:docChgLst>
  <pc:docChgLst>
    <pc:chgData name="Marion Sol" userId="8fc6c4da0649c2dd" providerId="LiveId" clId="{76A96433-4849-449C-B5E8-FAFD03354B5C}"/>
    <pc:docChg chg="undo custSel addSld delSld modSld sldOrd">
      <pc:chgData name="Marion Sol" userId="8fc6c4da0649c2dd" providerId="LiveId" clId="{76A96433-4849-449C-B5E8-FAFD03354B5C}" dt="2024-11-24T09:41:57.920" v="1072" actId="20577"/>
      <pc:docMkLst>
        <pc:docMk/>
      </pc:docMkLst>
      <pc:sldChg chg="modSp mod">
        <pc:chgData name="Marion Sol" userId="8fc6c4da0649c2dd" providerId="LiveId" clId="{76A96433-4849-449C-B5E8-FAFD03354B5C}" dt="2024-11-21T15:27:38.391" v="1" actId="20577"/>
        <pc:sldMkLst>
          <pc:docMk/>
          <pc:sldMk cId="3656268417" sldId="298"/>
        </pc:sldMkLst>
        <pc:spChg chg="mod">
          <ac:chgData name="Marion Sol" userId="8fc6c4da0649c2dd" providerId="LiveId" clId="{76A96433-4849-449C-B5E8-FAFD03354B5C}" dt="2024-11-21T15:27:38.391" v="1" actId="20577"/>
          <ac:spMkLst>
            <pc:docMk/>
            <pc:sldMk cId="3656268417" sldId="298"/>
            <ac:spMk id="3" creationId="{87286E50-FA5C-BF29-3305-47D4F0622D0C}"/>
          </ac:spMkLst>
        </pc:spChg>
      </pc:sldChg>
      <pc:sldChg chg="addSp delSp modSp mod modNotesTx">
        <pc:chgData name="Marion Sol" userId="8fc6c4da0649c2dd" providerId="LiveId" clId="{76A96433-4849-449C-B5E8-FAFD03354B5C}" dt="2024-11-22T10:51:51.612" v="1011" actId="20577"/>
        <pc:sldMkLst>
          <pc:docMk/>
          <pc:sldMk cId="3455052573" sldId="301"/>
        </pc:sldMkLst>
        <pc:picChg chg="add mod">
          <ac:chgData name="Marion Sol" userId="8fc6c4da0649c2dd" providerId="LiveId" clId="{76A96433-4849-449C-B5E8-FAFD03354B5C}" dt="2024-11-21T16:51:10.012" v="663" actId="14100"/>
          <ac:picMkLst>
            <pc:docMk/>
            <pc:sldMk cId="3455052573" sldId="301"/>
            <ac:picMk id="4098" creationId="{4FFE6B78-4610-FEE2-A618-B7DACE3582E7}"/>
          </ac:picMkLst>
        </pc:picChg>
      </pc:sldChg>
      <pc:sldChg chg="addSp delSp modSp mod">
        <pc:chgData name="Marion Sol" userId="8fc6c4da0649c2dd" providerId="LiveId" clId="{76A96433-4849-449C-B5E8-FAFD03354B5C}" dt="2024-11-21T15:28:32.227" v="7" actId="1076"/>
        <pc:sldMkLst>
          <pc:docMk/>
          <pc:sldMk cId="2614016488" sldId="323"/>
        </pc:sldMkLst>
        <pc:picChg chg="add mod">
          <ac:chgData name="Marion Sol" userId="8fc6c4da0649c2dd" providerId="LiveId" clId="{76A96433-4849-449C-B5E8-FAFD03354B5C}" dt="2024-11-21T15:28:32.227" v="7" actId="1076"/>
          <ac:picMkLst>
            <pc:docMk/>
            <pc:sldMk cId="2614016488" sldId="323"/>
            <ac:picMk id="6" creationId="{89AD5007-DF3A-5077-67D0-29D7B659409B}"/>
          </ac:picMkLst>
        </pc:picChg>
      </pc:sldChg>
      <pc:sldChg chg="addSp delSp modSp mod">
        <pc:chgData name="Marion Sol" userId="8fc6c4da0649c2dd" providerId="LiveId" clId="{76A96433-4849-449C-B5E8-FAFD03354B5C}" dt="2024-11-21T15:29:50.451" v="12" actId="1076"/>
        <pc:sldMkLst>
          <pc:docMk/>
          <pc:sldMk cId="3739465482" sldId="324"/>
        </pc:sldMkLst>
        <pc:picChg chg="add mod">
          <ac:chgData name="Marion Sol" userId="8fc6c4da0649c2dd" providerId="LiveId" clId="{76A96433-4849-449C-B5E8-FAFD03354B5C}" dt="2024-11-21T15:29:50.451" v="12" actId="1076"/>
          <ac:picMkLst>
            <pc:docMk/>
            <pc:sldMk cId="3739465482" sldId="324"/>
            <ac:picMk id="5" creationId="{4DC5B626-2B9A-D6D8-7901-FFBDFDCDDDF0}"/>
          </ac:picMkLst>
        </pc:picChg>
      </pc:sldChg>
      <pc:sldChg chg="del">
        <pc:chgData name="Marion Sol" userId="8fc6c4da0649c2dd" providerId="LiveId" clId="{76A96433-4849-449C-B5E8-FAFD03354B5C}" dt="2024-11-21T16:39:06.700" v="587" actId="47"/>
        <pc:sldMkLst>
          <pc:docMk/>
          <pc:sldMk cId="1896576238" sldId="326"/>
        </pc:sldMkLst>
      </pc:sldChg>
      <pc:sldChg chg="del">
        <pc:chgData name="Marion Sol" userId="8fc6c4da0649c2dd" providerId="LiveId" clId="{76A96433-4849-449C-B5E8-FAFD03354B5C}" dt="2024-11-22T09:18:01.575" v="698" actId="47"/>
        <pc:sldMkLst>
          <pc:docMk/>
          <pc:sldMk cId="1916144339" sldId="327"/>
        </pc:sldMkLst>
      </pc:sldChg>
      <pc:sldChg chg="addSp delSp modSp mod">
        <pc:chgData name="Marion Sol" userId="8fc6c4da0649c2dd" providerId="LiveId" clId="{76A96433-4849-449C-B5E8-FAFD03354B5C}" dt="2024-11-21T16:41:47.284" v="593" actId="1076"/>
        <pc:sldMkLst>
          <pc:docMk/>
          <pc:sldMk cId="1975471007" sldId="330"/>
        </pc:sldMkLst>
        <pc:picChg chg="add mod">
          <ac:chgData name="Marion Sol" userId="8fc6c4da0649c2dd" providerId="LiveId" clId="{76A96433-4849-449C-B5E8-FAFD03354B5C}" dt="2024-11-21T16:41:47.284" v="593" actId="1076"/>
          <ac:picMkLst>
            <pc:docMk/>
            <pc:sldMk cId="1975471007" sldId="330"/>
            <ac:picMk id="5" creationId="{2E561EB2-1BD5-A435-3CC1-379172220C12}"/>
          </ac:picMkLst>
        </pc:picChg>
      </pc:sldChg>
      <pc:sldChg chg="addSp delSp modSp mod delAnim">
        <pc:chgData name="Marion Sol" userId="8fc6c4da0649c2dd" providerId="LiveId" clId="{76A96433-4849-449C-B5E8-FAFD03354B5C}" dt="2024-11-21T16:45:39.055" v="623" actId="1076"/>
        <pc:sldMkLst>
          <pc:docMk/>
          <pc:sldMk cId="2190676379" sldId="331"/>
        </pc:sldMkLst>
        <pc:picChg chg="add mod">
          <ac:chgData name="Marion Sol" userId="8fc6c4da0649c2dd" providerId="LiveId" clId="{76A96433-4849-449C-B5E8-FAFD03354B5C}" dt="2024-11-21T16:45:27.736" v="622" actId="1076"/>
          <ac:picMkLst>
            <pc:docMk/>
            <pc:sldMk cId="2190676379" sldId="331"/>
            <ac:picMk id="2050" creationId="{3E6E73AE-A716-47BF-56D5-0E4F7C1AF758}"/>
          </ac:picMkLst>
        </pc:picChg>
        <pc:picChg chg="add mod">
          <ac:chgData name="Marion Sol" userId="8fc6c4da0649c2dd" providerId="LiveId" clId="{76A96433-4849-449C-B5E8-FAFD03354B5C}" dt="2024-11-21T16:45:39.055" v="623" actId="1076"/>
          <ac:picMkLst>
            <pc:docMk/>
            <pc:sldMk cId="2190676379" sldId="331"/>
            <ac:picMk id="2052" creationId="{8B0FB750-E7F8-C57F-68E3-5C8D513C670C}"/>
          </ac:picMkLst>
        </pc:picChg>
        <pc:picChg chg="add mod">
          <ac:chgData name="Marion Sol" userId="8fc6c4da0649c2dd" providerId="LiveId" clId="{76A96433-4849-449C-B5E8-FAFD03354B5C}" dt="2024-11-21T16:45:39.055" v="623" actId="1076"/>
          <ac:picMkLst>
            <pc:docMk/>
            <pc:sldMk cId="2190676379" sldId="331"/>
            <ac:picMk id="2054" creationId="{7096D1AF-0253-EB6F-FDAC-2769A991CD06}"/>
          </ac:picMkLst>
        </pc:picChg>
        <pc:picChg chg="add mod">
          <ac:chgData name="Marion Sol" userId="8fc6c4da0649c2dd" providerId="LiveId" clId="{76A96433-4849-449C-B5E8-FAFD03354B5C}" dt="2024-11-21T16:45:27.736" v="622" actId="1076"/>
          <ac:picMkLst>
            <pc:docMk/>
            <pc:sldMk cId="2190676379" sldId="331"/>
            <ac:picMk id="2056" creationId="{303E0F31-7BA0-3741-2C05-B7B2652FC043}"/>
          </ac:picMkLst>
        </pc:picChg>
      </pc:sldChg>
      <pc:sldChg chg="addSp delSp modSp mod">
        <pc:chgData name="Marion Sol" userId="8fc6c4da0649c2dd" providerId="LiveId" clId="{76A96433-4849-449C-B5E8-FAFD03354B5C}" dt="2024-11-21T16:50:32.937" v="659" actId="1076"/>
        <pc:sldMkLst>
          <pc:docMk/>
          <pc:sldMk cId="1486914526" sldId="334"/>
        </pc:sldMkLst>
        <pc:picChg chg="add mod">
          <ac:chgData name="Marion Sol" userId="8fc6c4da0649c2dd" providerId="LiveId" clId="{76A96433-4849-449C-B5E8-FAFD03354B5C}" dt="2024-11-21T16:50:32.937" v="659" actId="1076"/>
          <ac:picMkLst>
            <pc:docMk/>
            <pc:sldMk cId="1486914526" sldId="334"/>
            <ac:picMk id="4" creationId="{E2DD4396-B6CF-C315-8516-226099CA1DBB}"/>
          </ac:picMkLst>
        </pc:picChg>
      </pc:sldChg>
      <pc:sldChg chg="addSp delSp modSp mod delAnim modAnim modNotesTx">
        <pc:chgData name="Marion Sol" userId="8fc6c4da0649c2dd" providerId="LiveId" clId="{76A96433-4849-449C-B5E8-FAFD03354B5C}" dt="2024-11-22T10:52:48.973" v="1012"/>
        <pc:sldMkLst>
          <pc:docMk/>
          <pc:sldMk cId="2051964485" sldId="335"/>
        </pc:sldMkLst>
        <pc:picChg chg="add mod">
          <ac:chgData name="Marion Sol" userId="8fc6c4da0649c2dd" providerId="LiveId" clId="{76A96433-4849-449C-B5E8-FAFD03354B5C}" dt="2024-11-21T16:52:28.168" v="668" actId="14100"/>
          <ac:picMkLst>
            <pc:docMk/>
            <pc:sldMk cId="2051964485" sldId="335"/>
            <ac:picMk id="5122" creationId="{3D0D3B1E-5AE0-A89E-3943-23C8CCE761EF}"/>
          </ac:picMkLst>
        </pc:picChg>
      </pc:sldChg>
      <pc:sldChg chg="addSp delSp modSp mod delAnim modAnim modNotesTx">
        <pc:chgData name="Marion Sol" userId="8fc6c4da0649c2dd" providerId="LiveId" clId="{76A96433-4849-449C-B5E8-FAFD03354B5C}" dt="2024-11-22T10:55:31.835" v="1013"/>
        <pc:sldMkLst>
          <pc:docMk/>
          <pc:sldMk cId="727172265" sldId="336"/>
        </pc:sldMkLst>
        <pc:picChg chg="add mod">
          <ac:chgData name="Marion Sol" userId="8fc6c4da0649c2dd" providerId="LiveId" clId="{76A96433-4849-449C-B5E8-FAFD03354B5C}" dt="2024-11-21T17:03:04.880" v="684" actId="1076"/>
          <ac:picMkLst>
            <pc:docMk/>
            <pc:sldMk cId="727172265" sldId="336"/>
            <ac:picMk id="5" creationId="{CD24CDFF-4601-23F4-69C2-8AA649275F36}"/>
          </ac:picMkLst>
        </pc:picChg>
      </pc:sldChg>
      <pc:sldChg chg="del">
        <pc:chgData name="Marion Sol" userId="8fc6c4da0649c2dd" providerId="LiveId" clId="{76A96433-4849-449C-B5E8-FAFD03354B5C}" dt="2024-11-21T17:04:35.474" v="693" actId="2696"/>
        <pc:sldMkLst>
          <pc:docMk/>
          <pc:sldMk cId="3427905224" sldId="338"/>
        </pc:sldMkLst>
      </pc:sldChg>
      <pc:sldChg chg="del">
        <pc:chgData name="Marion Sol" userId="8fc6c4da0649c2dd" providerId="LiveId" clId="{76A96433-4849-449C-B5E8-FAFD03354B5C}" dt="2024-11-21T16:49:07.306" v="653" actId="2696"/>
        <pc:sldMkLst>
          <pc:docMk/>
          <pc:sldMk cId="3552246199" sldId="339"/>
        </pc:sldMkLst>
      </pc:sldChg>
      <pc:sldChg chg="del">
        <pc:chgData name="Marion Sol" userId="8fc6c4da0649c2dd" providerId="LiveId" clId="{76A96433-4849-449C-B5E8-FAFD03354B5C}" dt="2024-11-21T16:49:11.432" v="654" actId="2696"/>
        <pc:sldMkLst>
          <pc:docMk/>
          <pc:sldMk cId="1807533478" sldId="340"/>
        </pc:sldMkLst>
      </pc:sldChg>
      <pc:sldChg chg="addSp delSp modSp mod delAnim modAnim modNotesTx">
        <pc:chgData name="Marion Sol" userId="8fc6c4da0649c2dd" providerId="LiveId" clId="{76A96433-4849-449C-B5E8-FAFD03354B5C}" dt="2024-11-22T11:31:07.659" v="1015"/>
        <pc:sldMkLst>
          <pc:docMk/>
          <pc:sldMk cId="1281375011" sldId="341"/>
        </pc:sldMkLst>
        <pc:spChg chg="mod">
          <ac:chgData name="Marion Sol" userId="8fc6c4da0649c2dd" providerId="LiveId" clId="{76A96433-4849-449C-B5E8-FAFD03354B5C}" dt="2024-11-22T09:19:00.545" v="768" actId="20577"/>
          <ac:spMkLst>
            <pc:docMk/>
            <pc:sldMk cId="1281375011" sldId="341"/>
            <ac:spMk id="3" creationId="{F616FB5F-9B06-052C-2BB7-6BED32871FAB}"/>
          </ac:spMkLst>
        </pc:spChg>
        <pc:picChg chg="add mod">
          <ac:chgData name="Marion Sol" userId="8fc6c4da0649c2dd" providerId="LiveId" clId="{76A96433-4849-449C-B5E8-FAFD03354B5C}" dt="2024-11-22T09:20:41.376" v="775" actId="1076"/>
          <ac:picMkLst>
            <pc:docMk/>
            <pc:sldMk cId="1281375011" sldId="341"/>
            <ac:picMk id="7" creationId="{D0D5B7B4-35F9-B21D-112A-45DDB952A253}"/>
          </ac:picMkLst>
        </pc:picChg>
        <pc:picChg chg="add mod">
          <ac:chgData name="Marion Sol" userId="8fc6c4da0649c2dd" providerId="LiveId" clId="{76A96433-4849-449C-B5E8-FAFD03354B5C}" dt="2024-11-22T09:20:50.891" v="777" actId="14100"/>
          <ac:picMkLst>
            <pc:docMk/>
            <pc:sldMk cId="1281375011" sldId="341"/>
            <ac:picMk id="9" creationId="{DBE1C07D-D427-5B2E-3AEA-5F43B1A67600}"/>
          </ac:picMkLst>
        </pc:picChg>
      </pc:sldChg>
      <pc:sldChg chg="addSp delSp modSp add mod ord delAnim modAnim modNotesTx">
        <pc:chgData name="Marion Sol" userId="8fc6c4da0649c2dd" providerId="LiveId" clId="{76A96433-4849-449C-B5E8-FAFD03354B5C}" dt="2024-11-22T10:17:48.424" v="819"/>
        <pc:sldMkLst>
          <pc:docMk/>
          <pc:sldMk cId="3349361830" sldId="343"/>
        </pc:sldMkLst>
        <pc:spChg chg="mod">
          <ac:chgData name="Marion Sol" userId="8fc6c4da0649c2dd" providerId="LiveId" clId="{76A96433-4849-449C-B5E8-FAFD03354B5C}" dt="2024-11-21T15:42:44.240" v="307" actId="20577"/>
          <ac:spMkLst>
            <pc:docMk/>
            <pc:sldMk cId="3349361830" sldId="343"/>
            <ac:spMk id="3" creationId="{6DC8F195-9B7B-6844-C18B-05D000A33D9F}"/>
          </ac:spMkLst>
        </pc:spChg>
        <pc:picChg chg="add mod">
          <ac:chgData name="Marion Sol" userId="8fc6c4da0649c2dd" providerId="LiveId" clId="{76A96433-4849-449C-B5E8-FAFD03354B5C}" dt="2024-11-21T15:34:24.297" v="71" actId="1076"/>
          <ac:picMkLst>
            <pc:docMk/>
            <pc:sldMk cId="3349361830" sldId="343"/>
            <ac:picMk id="5" creationId="{812A5E09-9C21-26BE-8C7C-19E0A34DB06F}"/>
          </ac:picMkLst>
        </pc:picChg>
      </pc:sldChg>
      <pc:sldChg chg="addSp delSp modSp add mod modNotesTx">
        <pc:chgData name="Marion Sol" userId="8fc6c4da0649c2dd" providerId="LiveId" clId="{76A96433-4849-449C-B5E8-FAFD03354B5C}" dt="2024-11-24T09:33:27.832" v="1066" actId="20577"/>
        <pc:sldMkLst>
          <pc:docMk/>
          <pc:sldMk cId="2373458544" sldId="344"/>
        </pc:sldMkLst>
        <pc:picChg chg="add mod">
          <ac:chgData name="Marion Sol" userId="8fc6c4da0649c2dd" providerId="LiveId" clId="{76A96433-4849-449C-B5E8-FAFD03354B5C}" dt="2024-11-21T15:46:23.068" v="320" actId="14100"/>
          <ac:picMkLst>
            <pc:docMk/>
            <pc:sldMk cId="2373458544" sldId="344"/>
            <ac:picMk id="6" creationId="{97001C48-0D7D-A805-6C4A-F2220699972E}"/>
          </ac:picMkLst>
        </pc:picChg>
        <pc:picChg chg="add mod">
          <ac:chgData name="Marion Sol" userId="8fc6c4da0649c2dd" providerId="LiveId" clId="{76A96433-4849-449C-B5E8-FAFD03354B5C}" dt="2024-11-21T15:46:56.523" v="325" actId="14100"/>
          <ac:picMkLst>
            <pc:docMk/>
            <pc:sldMk cId="2373458544" sldId="344"/>
            <ac:picMk id="8" creationId="{B4379413-4115-423A-5546-0C5385D9423A}"/>
          </ac:picMkLst>
        </pc:picChg>
        <pc:picChg chg="add mod">
          <ac:chgData name="Marion Sol" userId="8fc6c4da0649c2dd" providerId="LiveId" clId="{76A96433-4849-449C-B5E8-FAFD03354B5C}" dt="2024-11-21T15:46:30.883" v="322" actId="14100"/>
          <ac:picMkLst>
            <pc:docMk/>
            <pc:sldMk cId="2373458544" sldId="344"/>
            <ac:picMk id="10" creationId="{8349393F-9C71-032E-EAED-7D8E30299C75}"/>
          </ac:picMkLst>
        </pc:picChg>
        <pc:picChg chg="add mod">
          <ac:chgData name="Marion Sol" userId="8fc6c4da0649c2dd" providerId="LiveId" clId="{76A96433-4849-449C-B5E8-FAFD03354B5C}" dt="2024-11-21T15:47:14.134" v="328" actId="14100"/>
          <ac:picMkLst>
            <pc:docMk/>
            <pc:sldMk cId="2373458544" sldId="344"/>
            <ac:picMk id="12" creationId="{86237DED-9153-3EAC-41D4-D840B1C1C23F}"/>
          </ac:picMkLst>
        </pc:picChg>
      </pc:sldChg>
      <pc:sldChg chg="addSp delSp modSp add mod modNotesTx">
        <pc:chgData name="Marion Sol" userId="8fc6c4da0649c2dd" providerId="LiveId" clId="{76A96433-4849-449C-B5E8-FAFD03354B5C}" dt="2024-11-22T10:20:15.430" v="829"/>
        <pc:sldMkLst>
          <pc:docMk/>
          <pc:sldMk cId="3079789910" sldId="345"/>
        </pc:sldMkLst>
        <pc:spChg chg="mod">
          <ac:chgData name="Marion Sol" userId="8fc6c4da0649c2dd" providerId="LiveId" clId="{76A96433-4849-449C-B5E8-FAFD03354B5C}" dt="2024-11-21T15:51:07.213" v="369" actId="12"/>
          <ac:spMkLst>
            <pc:docMk/>
            <pc:sldMk cId="3079789910" sldId="345"/>
            <ac:spMk id="3" creationId="{E4E96D6E-4C32-EF32-120E-976030A4CDEF}"/>
          </ac:spMkLst>
        </pc:spChg>
        <pc:picChg chg="add mod">
          <ac:chgData name="Marion Sol" userId="8fc6c4da0649c2dd" providerId="LiveId" clId="{76A96433-4849-449C-B5E8-FAFD03354B5C}" dt="2024-11-21T15:51:34.447" v="376" actId="1076"/>
          <ac:picMkLst>
            <pc:docMk/>
            <pc:sldMk cId="3079789910" sldId="345"/>
            <ac:picMk id="5" creationId="{3B161781-B31B-65E8-B7B3-34998C07011A}"/>
          </ac:picMkLst>
        </pc:picChg>
      </pc:sldChg>
      <pc:sldChg chg="addSp delSp modSp add mod modNotesTx">
        <pc:chgData name="Marion Sol" userId="8fc6c4da0649c2dd" providerId="LiveId" clId="{76A96433-4849-449C-B5E8-FAFD03354B5C}" dt="2024-11-24T09:39:45.413" v="1067" actId="20577"/>
        <pc:sldMkLst>
          <pc:docMk/>
          <pc:sldMk cId="2627308402" sldId="346"/>
        </pc:sldMkLst>
        <pc:picChg chg="add mod">
          <ac:chgData name="Marion Sol" userId="8fc6c4da0649c2dd" providerId="LiveId" clId="{76A96433-4849-449C-B5E8-FAFD03354B5C}" dt="2024-11-21T15:52:49.164" v="380" actId="1076"/>
          <ac:picMkLst>
            <pc:docMk/>
            <pc:sldMk cId="2627308402" sldId="346"/>
            <ac:picMk id="6" creationId="{30AFB81F-5704-864B-5725-60DD081D315B}"/>
          </ac:picMkLst>
        </pc:picChg>
      </pc:sldChg>
      <pc:sldChg chg="addSp delSp modSp add mod modNotesTx">
        <pc:chgData name="Marion Sol" userId="8fc6c4da0649c2dd" providerId="LiveId" clId="{76A96433-4849-449C-B5E8-FAFD03354B5C}" dt="2024-11-22T10:25:09.070" v="832"/>
        <pc:sldMkLst>
          <pc:docMk/>
          <pc:sldMk cId="194972501" sldId="347"/>
        </pc:sldMkLst>
        <pc:spChg chg="mod">
          <ac:chgData name="Marion Sol" userId="8fc6c4da0649c2dd" providerId="LiveId" clId="{76A96433-4849-449C-B5E8-FAFD03354B5C}" dt="2024-11-21T15:53:42.817" v="383"/>
          <ac:spMkLst>
            <pc:docMk/>
            <pc:sldMk cId="194972501" sldId="347"/>
            <ac:spMk id="3" creationId="{F96EF9A5-FDA8-1BF2-36CE-3BDC1BE6CC1D}"/>
          </ac:spMkLst>
        </pc:spChg>
        <pc:picChg chg="add mod">
          <ac:chgData name="Marion Sol" userId="8fc6c4da0649c2dd" providerId="LiveId" clId="{76A96433-4849-449C-B5E8-FAFD03354B5C}" dt="2024-11-21T15:55:02.179" v="393" actId="1076"/>
          <ac:picMkLst>
            <pc:docMk/>
            <pc:sldMk cId="194972501" sldId="347"/>
            <ac:picMk id="8" creationId="{AAEA9CB2-D49A-67E0-CCE0-3AA2F6BC9ED0}"/>
          </ac:picMkLst>
        </pc:picChg>
      </pc:sldChg>
      <pc:sldChg chg="addSp modSp add mod modNotesTx">
        <pc:chgData name="Marion Sol" userId="8fc6c4da0649c2dd" providerId="LiveId" clId="{76A96433-4849-449C-B5E8-FAFD03354B5C}" dt="2024-11-22T10:27:26.896" v="839"/>
        <pc:sldMkLst>
          <pc:docMk/>
          <pc:sldMk cId="3219480139" sldId="348"/>
        </pc:sldMkLst>
        <pc:picChg chg="add mod">
          <ac:chgData name="Marion Sol" userId="8fc6c4da0649c2dd" providerId="LiveId" clId="{76A96433-4849-449C-B5E8-FAFD03354B5C}" dt="2024-11-21T15:57:16.265" v="403" actId="1076"/>
          <ac:picMkLst>
            <pc:docMk/>
            <pc:sldMk cId="3219480139" sldId="348"/>
            <ac:picMk id="5" creationId="{1D4E97C1-5F63-6040-CC30-F0F2F71FB0CC}"/>
          </ac:picMkLst>
        </pc:picChg>
      </pc:sldChg>
      <pc:sldChg chg="addSp modSp add mod modNotesTx">
        <pc:chgData name="Marion Sol" userId="8fc6c4da0649c2dd" providerId="LiveId" clId="{76A96433-4849-449C-B5E8-FAFD03354B5C}" dt="2024-11-24T09:40:30.045" v="1071" actId="20577"/>
        <pc:sldMkLst>
          <pc:docMk/>
          <pc:sldMk cId="3487744537" sldId="349"/>
        </pc:sldMkLst>
        <pc:picChg chg="add mod">
          <ac:chgData name="Marion Sol" userId="8fc6c4da0649c2dd" providerId="LiveId" clId="{76A96433-4849-449C-B5E8-FAFD03354B5C}" dt="2024-11-21T17:09:43.677" v="695" actId="1076"/>
          <ac:picMkLst>
            <pc:docMk/>
            <pc:sldMk cId="3487744537" sldId="349"/>
            <ac:picMk id="5" creationId="{A7C407D3-B33A-D486-CE04-1BAA952EC64A}"/>
          </ac:picMkLst>
        </pc:picChg>
      </pc:sldChg>
      <pc:sldChg chg="addSp modSp add mod modNotesTx">
        <pc:chgData name="Marion Sol" userId="8fc6c4da0649c2dd" providerId="LiveId" clId="{76A96433-4849-449C-B5E8-FAFD03354B5C}" dt="2024-11-22T10:26:38.804" v="835"/>
        <pc:sldMkLst>
          <pc:docMk/>
          <pc:sldMk cId="3746738210" sldId="350"/>
        </pc:sldMkLst>
        <pc:picChg chg="add mod">
          <ac:chgData name="Marion Sol" userId="8fc6c4da0649c2dd" providerId="LiveId" clId="{76A96433-4849-449C-B5E8-FAFD03354B5C}" dt="2024-11-21T15:56:55.619" v="401" actId="1076"/>
          <ac:picMkLst>
            <pc:docMk/>
            <pc:sldMk cId="3746738210" sldId="350"/>
            <ac:picMk id="5" creationId="{626D35C4-3E3A-306C-5956-E8F38B811C74}"/>
          </ac:picMkLst>
        </pc:picChg>
      </pc:sldChg>
      <pc:sldChg chg="addSp modSp add mod modNotesTx">
        <pc:chgData name="Marion Sol" userId="8fc6c4da0649c2dd" providerId="LiveId" clId="{76A96433-4849-449C-B5E8-FAFD03354B5C}" dt="2024-11-24T09:40:26.289" v="1070" actId="20577"/>
        <pc:sldMkLst>
          <pc:docMk/>
          <pc:sldMk cId="2910476165" sldId="351"/>
        </pc:sldMkLst>
        <pc:picChg chg="add mod">
          <ac:chgData name="Marion Sol" userId="8fc6c4da0649c2dd" providerId="LiveId" clId="{76A96433-4849-449C-B5E8-FAFD03354B5C}" dt="2024-11-21T15:56:16.574" v="398" actId="1076"/>
          <ac:picMkLst>
            <pc:docMk/>
            <pc:sldMk cId="2910476165" sldId="351"/>
            <ac:picMk id="5" creationId="{C8565DCB-48AC-CD3F-4508-86678869F9FE}"/>
          </ac:picMkLst>
        </pc:picChg>
      </pc:sldChg>
      <pc:sldChg chg="addSp modSp add mod modNotesTx">
        <pc:chgData name="Marion Sol" userId="8fc6c4da0649c2dd" providerId="LiveId" clId="{76A96433-4849-449C-B5E8-FAFD03354B5C}" dt="2024-11-24T09:40:22.634" v="1069" actId="20577"/>
        <pc:sldMkLst>
          <pc:docMk/>
          <pc:sldMk cId="2556366802" sldId="352"/>
        </pc:sldMkLst>
        <pc:picChg chg="add mod">
          <ac:chgData name="Marion Sol" userId="8fc6c4da0649c2dd" providerId="LiveId" clId="{76A96433-4849-449C-B5E8-FAFD03354B5C}" dt="2024-11-21T17:09:35.972" v="694" actId="1076"/>
          <ac:picMkLst>
            <pc:docMk/>
            <pc:sldMk cId="2556366802" sldId="352"/>
            <ac:picMk id="5" creationId="{0A646F95-9807-E0EC-F9E1-EF7B9C0E9DCB}"/>
          </ac:picMkLst>
        </pc:picChg>
      </pc:sldChg>
      <pc:sldChg chg="addSp modSp add mod modNotesTx">
        <pc:chgData name="Marion Sol" userId="8fc6c4da0649c2dd" providerId="LiveId" clId="{76A96433-4849-449C-B5E8-FAFD03354B5C}" dt="2024-11-24T09:40:18.202" v="1068" actId="20577"/>
        <pc:sldMkLst>
          <pc:docMk/>
          <pc:sldMk cId="3817381870" sldId="353"/>
        </pc:sldMkLst>
        <pc:picChg chg="add mod">
          <ac:chgData name="Marion Sol" userId="8fc6c4da0649c2dd" providerId="LiveId" clId="{76A96433-4849-449C-B5E8-FAFD03354B5C}" dt="2024-11-21T15:55:27.465" v="395" actId="1076"/>
          <ac:picMkLst>
            <pc:docMk/>
            <pc:sldMk cId="3817381870" sldId="353"/>
            <ac:picMk id="5" creationId="{A662153E-C96A-217A-18F6-4CA5CC8ECFE9}"/>
          </ac:picMkLst>
        </pc:picChg>
      </pc:sldChg>
      <pc:sldChg chg="addSp delSp modSp add mod modNotesTx">
        <pc:chgData name="Marion Sol" userId="8fc6c4da0649c2dd" providerId="LiveId" clId="{76A96433-4849-449C-B5E8-FAFD03354B5C}" dt="2024-11-22T10:35:56.370" v="990" actId="20577"/>
        <pc:sldMkLst>
          <pc:docMk/>
          <pc:sldMk cId="1471582115" sldId="354"/>
        </pc:sldMkLst>
        <pc:spChg chg="mod">
          <ac:chgData name="Marion Sol" userId="8fc6c4da0649c2dd" providerId="LiveId" clId="{76A96433-4849-449C-B5E8-FAFD03354B5C}" dt="2024-11-21T16:26:00.811" v="510" actId="20577"/>
          <ac:spMkLst>
            <pc:docMk/>
            <pc:sldMk cId="1471582115" sldId="354"/>
            <ac:spMk id="3" creationId="{D6F1D8BB-5F99-6CC4-F978-8487F44AB9B7}"/>
          </ac:spMkLst>
        </pc:spChg>
        <pc:picChg chg="add mod">
          <ac:chgData name="Marion Sol" userId="8fc6c4da0649c2dd" providerId="LiveId" clId="{76A96433-4849-449C-B5E8-FAFD03354B5C}" dt="2024-11-21T15:59:57.984" v="413" actId="1076"/>
          <ac:picMkLst>
            <pc:docMk/>
            <pc:sldMk cId="1471582115" sldId="354"/>
            <ac:picMk id="1026" creationId="{34090FE7-2B51-C22B-113B-56C43751FE66}"/>
          </ac:picMkLst>
        </pc:picChg>
      </pc:sldChg>
      <pc:sldChg chg="addSp delSp modSp add mod modNotesTx">
        <pc:chgData name="Marion Sol" userId="8fc6c4da0649c2dd" providerId="LiveId" clId="{76A96433-4849-449C-B5E8-FAFD03354B5C}" dt="2024-11-22T10:40:27.270" v="1004" actId="20577"/>
        <pc:sldMkLst>
          <pc:docMk/>
          <pc:sldMk cId="4236037432" sldId="355"/>
        </pc:sldMkLst>
        <pc:spChg chg="mod">
          <ac:chgData name="Marion Sol" userId="8fc6c4da0649c2dd" providerId="LiveId" clId="{76A96433-4849-449C-B5E8-FAFD03354B5C}" dt="2024-11-22T10:36:51.913" v="1001" actId="20577"/>
          <ac:spMkLst>
            <pc:docMk/>
            <pc:sldMk cId="4236037432" sldId="355"/>
            <ac:spMk id="3" creationId="{2174D1C3-E904-C75E-C473-133FEEEFEA44}"/>
          </ac:spMkLst>
        </pc:spChg>
        <pc:picChg chg="add mod">
          <ac:chgData name="Marion Sol" userId="8fc6c4da0649c2dd" providerId="LiveId" clId="{76A96433-4849-449C-B5E8-FAFD03354B5C}" dt="2024-11-21T16:23:36.065" v="485" actId="1076"/>
          <ac:picMkLst>
            <pc:docMk/>
            <pc:sldMk cId="4236037432" sldId="355"/>
            <ac:picMk id="5" creationId="{9121AF8E-3456-CCD9-6814-3232086692B6}"/>
          </ac:picMkLst>
        </pc:picChg>
      </pc:sldChg>
      <pc:sldChg chg="addSp delSp modSp add mod modNotesTx">
        <pc:chgData name="Marion Sol" userId="8fc6c4da0649c2dd" providerId="LiveId" clId="{76A96433-4849-449C-B5E8-FAFD03354B5C}" dt="2024-11-24T09:41:57.920" v="1072" actId="20577"/>
        <pc:sldMkLst>
          <pc:docMk/>
          <pc:sldMk cId="1682559589" sldId="356"/>
        </pc:sldMkLst>
        <pc:picChg chg="add mod">
          <ac:chgData name="Marion Sol" userId="8fc6c4da0649c2dd" providerId="LiveId" clId="{76A96433-4849-449C-B5E8-FAFD03354B5C}" dt="2024-11-21T16:23:14.012" v="480" actId="1076"/>
          <ac:picMkLst>
            <pc:docMk/>
            <pc:sldMk cId="1682559589" sldId="356"/>
            <ac:picMk id="5" creationId="{0198C9AA-0A84-FB27-7978-8273FA4B273D}"/>
          </ac:picMkLst>
        </pc:picChg>
      </pc:sldChg>
      <pc:sldChg chg="addSp delSp modSp add mod modNotesTx">
        <pc:chgData name="Marion Sol" userId="8fc6c4da0649c2dd" providerId="LiveId" clId="{76A96433-4849-449C-B5E8-FAFD03354B5C}" dt="2024-11-22T10:42:08.672" v="1007"/>
        <pc:sldMkLst>
          <pc:docMk/>
          <pc:sldMk cId="2700479596" sldId="357"/>
        </pc:sldMkLst>
        <pc:spChg chg="mod">
          <ac:chgData name="Marion Sol" userId="8fc6c4da0649c2dd" providerId="LiveId" clId="{76A96433-4849-449C-B5E8-FAFD03354B5C}" dt="2024-11-21T16:28:38.158" v="574" actId="20577"/>
          <ac:spMkLst>
            <pc:docMk/>
            <pc:sldMk cId="2700479596" sldId="357"/>
            <ac:spMk id="3" creationId="{5EEA1B97-9438-9325-F38A-8DB660F0E474}"/>
          </ac:spMkLst>
        </pc:spChg>
        <pc:picChg chg="add mod">
          <ac:chgData name="Marion Sol" userId="8fc6c4da0649c2dd" providerId="LiveId" clId="{76A96433-4849-449C-B5E8-FAFD03354B5C}" dt="2024-11-21T16:31:58.026" v="579" actId="1076"/>
          <ac:picMkLst>
            <pc:docMk/>
            <pc:sldMk cId="2700479596" sldId="357"/>
            <ac:picMk id="6" creationId="{A350784E-5D18-488E-B4B5-04739E6EEC79}"/>
          </ac:picMkLst>
        </pc:picChg>
      </pc:sldChg>
      <pc:sldChg chg="add del">
        <pc:chgData name="Marion Sol" userId="8fc6c4da0649c2dd" providerId="LiveId" clId="{76A96433-4849-449C-B5E8-FAFD03354B5C}" dt="2024-11-21T16:23:45.616" v="487" actId="47"/>
        <pc:sldMkLst>
          <pc:docMk/>
          <pc:sldMk cId="3553653564" sldId="357"/>
        </pc:sldMkLst>
      </pc:sldChg>
      <pc:sldChg chg="add del">
        <pc:chgData name="Marion Sol" userId="8fc6c4da0649c2dd" providerId="LiveId" clId="{76A96433-4849-449C-B5E8-FAFD03354B5C}" dt="2024-11-21T16:23:46.961" v="488" actId="47"/>
        <pc:sldMkLst>
          <pc:docMk/>
          <pc:sldMk cId="140060500" sldId="358"/>
        </pc:sldMkLst>
      </pc:sldChg>
      <pc:sldChg chg="addSp delSp modSp add del mod modNotesTx">
        <pc:chgData name="Marion Sol" userId="8fc6c4da0649c2dd" providerId="LiveId" clId="{76A96433-4849-449C-B5E8-FAFD03354B5C}" dt="2024-11-22T10:48:30.342" v="1008"/>
        <pc:sldMkLst>
          <pc:docMk/>
          <pc:sldMk cId="1304831700" sldId="358"/>
        </pc:sldMkLst>
        <pc:picChg chg="add mod">
          <ac:chgData name="Marion Sol" userId="8fc6c4da0649c2dd" providerId="LiveId" clId="{76A96433-4849-449C-B5E8-FAFD03354B5C}" dt="2024-11-21T16:32:52.836" v="584" actId="1076"/>
          <ac:picMkLst>
            <pc:docMk/>
            <pc:sldMk cId="1304831700" sldId="358"/>
            <ac:picMk id="5" creationId="{2393FC82-84D0-1C7D-C0F1-5679684B6748}"/>
          </ac:picMkLst>
        </pc:picChg>
      </pc:sldChg>
      <pc:sldChg chg="add del">
        <pc:chgData name="Marion Sol" userId="8fc6c4da0649c2dd" providerId="LiveId" clId="{76A96433-4849-449C-B5E8-FAFD03354B5C}" dt="2024-11-21T16:23:47.849" v="489" actId="47"/>
        <pc:sldMkLst>
          <pc:docMk/>
          <pc:sldMk cId="1280013612" sldId="359"/>
        </pc:sldMkLst>
      </pc:sldChg>
      <pc:sldChg chg="addSp delSp modSp add mod">
        <pc:chgData name="Marion Sol" userId="8fc6c4da0649c2dd" providerId="LiveId" clId="{76A96433-4849-449C-B5E8-FAFD03354B5C}" dt="2024-11-21T16:48:58.533" v="652" actId="1076"/>
        <pc:sldMkLst>
          <pc:docMk/>
          <pc:sldMk cId="2643678529" sldId="359"/>
        </pc:sldMkLst>
        <pc:picChg chg="add mod">
          <ac:chgData name="Marion Sol" userId="8fc6c4da0649c2dd" providerId="LiveId" clId="{76A96433-4849-449C-B5E8-FAFD03354B5C}" dt="2024-11-21T16:48:36.372" v="647" actId="1076"/>
          <ac:picMkLst>
            <pc:docMk/>
            <pc:sldMk cId="2643678529" sldId="359"/>
            <ac:picMk id="4" creationId="{A11B348C-1A1C-B5DE-53C9-5ADFE279B9AF}"/>
          </ac:picMkLst>
        </pc:picChg>
        <pc:picChg chg="add mod">
          <ac:chgData name="Marion Sol" userId="8fc6c4da0649c2dd" providerId="LiveId" clId="{76A96433-4849-449C-B5E8-FAFD03354B5C}" dt="2024-11-21T16:48:27.916" v="645" actId="1076"/>
          <ac:picMkLst>
            <pc:docMk/>
            <pc:sldMk cId="2643678529" sldId="359"/>
            <ac:picMk id="3074" creationId="{022F17F1-D9AC-5314-EB46-65ECF5971BE4}"/>
          </ac:picMkLst>
        </pc:picChg>
        <pc:picChg chg="add mod">
          <ac:chgData name="Marion Sol" userId="8fc6c4da0649c2dd" providerId="LiveId" clId="{76A96433-4849-449C-B5E8-FAFD03354B5C}" dt="2024-11-21T16:48:58.533" v="652" actId="1076"/>
          <ac:picMkLst>
            <pc:docMk/>
            <pc:sldMk cId="2643678529" sldId="359"/>
            <ac:picMk id="3076" creationId="{5D30E7A2-E4EB-3BAA-E7F8-1D04D8D657AF}"/>
          </ac:picMkLst>
        </pc:picChg>
        <pc:picChg chg="add mod">
          <ac:chgData name="Marion Sol" userId="8fc6c4da0649c2dd" providerId="LiveId" clId="{76A96433-4849-449C-B5E8-FAFD03354B5C}" dt="2024-11-21T16:48:50.729" v="650" actId="1076"/>
          <ac:picMkLst>
            <pc:docMk/>
            <pc:sldMk cId="2643678529" sldId="359"/>
            <ac:picMk id="3078" creationId="{1D30F17C-0FE7-1B17-37C6-4008272F7FCB}"/>
          </ac:picMkLst>
        </pc:picChg>
      </pc:sldChg>
      <pc:sldChg chg="add del">
        <pc:chgData name="Marion Sol" userId="8fc6c4da0649c2dd" providerId="LiveId" clId="{76A96433-4849-449C-B5E8-FAFD03354B5C}" dt="2024-11-21T16:23:48.735" v="490" actId="47"/>
        <pc:sldMkLst>
          <pc:docMk/>
          <pc:sldMk cId="69227884" sldId="360"/>
        </pc:sldMkLst>
      </pc:sldChg>
      <pc:sldChg chg="addSp delSp modSp add mod delAnim modAnim">
        <pc:chgData name="Marion Sol" userId="8fc6c4da0649c2dd" providerId="LiveId" clId="{76A96433-4849-449C-B5E8-FAFD03354B5C}" dt="2024-11-21T17:02:16.603" v="680"/>
        <pc:sldMkLst>
          <pc:docMk/>
          <pc:sldMk cId="1753747629" sldId="360"/>
        </pc:sldMkLst>
        <pc:picChg chg="add mod">
          <ac:chgData name="Marion Sol" userId="8fc6c4da0649c2dd" providerId="LiveId" clId="{76A96433-4849-449C-B5E8-FAFD03354B5C}" dt="2024-11-21T17:01:44.026" v="675" actId="1076"/>
          <ac:picMkLst>
            <pc:docMk/>
            <pc:sldMk cId="1753747629" sldId="360"/>
            <ac:picMk id="5" creationId="{72A9AA95-97A4-62F0-547A-589C0C810FCE}"/>
          </ac:picMkLst>
        </pc:picChg>
        <pc:picChg chg="add mod">
          <ac:chgData name="Marion Sol" userId="8fc6c4da0649c2dd" providerId="LiveId" clId="{76A96433-4849-449C-B5E8-FAFD03354B5C}" dt="2024-11-21T17:02:14.117" v="679" actId="1076"/>
          <ac:picMkLst>
            <pc:docMk/>
            <pc:sldMk cId="1753747629" sldId="360"/>
            <ac:picMk id="7" creationId="{A3F36859-5475-B520-72ED-C59636D37818}"/>
          </ac:picMkLst>
        </pc:picChg>
      </pc:sldChg>
      <pc:sldChg chg="add del">
        <pc:chgData name="Marion Sol" userId="8fc6c4da0649c2dd" providerId="LiveId" clId="{76A96433-4849-449C-B5E8-FAFD03354B5C}" dt="2024-11-21T16:23:50.009" v="491" actId="47"/>
        <pc:sldMkLst>
          <pc:docMk/>
          <pc:sldMk cId="913758521" sldId="361"/>
        </pc:sldMkLst>
      </pc:sldChg>
      <pc:sldChg chg="addSp delSp modSp add del mod">
        <pc:chgData name="Marion Sol" userId="8fc6c4da0649c2dd" providerId="LiveId" clId="{76A96433-4849-449C-B5E8-FAFD03354B5C}" dt="2024-11-21T16:23:41.333" v="486" actId="47"/>
        <pc:sldMkLst>
          <pc:docMk/>
          <pc:sldMk cId="1125917387" sldId="362"/>
        </pc:sldMkLst>
      </pc:sldChg>
    </pc:docChg>
  </pc:docChgLst>
  <pc:docChgLst>
    <pc:chgData name="Marion Sol" userId="8fc6c4da0649c2dd" providerId="LiveId" clId="{197809DC-2FD1-4A27-BBE3-8C197707ACC4}"/>
    <pc:docChg chg="undo custSel addSld delSld modSld sldOrd">
      <pc:chgData name="Marion Sol" userId="8fc6c4da0649c2dd" providerId="LiveId" clId="{197809DC-2FD1-4A27-BBE3-8C197707ACC4}" dt="2024-11-11T10:42:53.952" v="6769" actId="14100"/>
      <pc:docMkLst>
        <pc:docMk/>
      </pc:docMkLst>
      <pc:sldChg chg="del modNotesTx">
        <pc:chgData name="Marion Sol" userId="8fc6c4da0649c2dd" providerId="LiveId" clId="{197809DC-2FD1-4A27-BBE3-8C197707ACC4}" dt="2024-11-08T10:42:22.945" v="5230" actId="47"/>
        <pc:sldMkLst>
          <pc:docMk/>
          <pc:sldMk cId="3072659466" sldId="279"/>
        </pc:sldMkLst>
      </pc:sldChg>
      <pc:sldChg chg="del modNotesTx">
        <pc:chgData name="Marion Sol" userId="8fc6c4da0649c2dd" providerId="LiveId" clId="{197809DC-2FD1-4A27-BBE3-8C197707ACC4}" dt="2024-11-08T10:42:22.945" v="5230" actId="47"/>
        <pc:sldMkLst>
          <pc:docMk/>
          <pc:sldMk cId="3166174928" sldId="280"/>
        </pc:sldMkLst>
      </pc:sldChg>
      <pc:sldChg chg="modSp del mod">
        <pc:chgData name="Marion Sol" userId="8fc6c4da0649c2dd" providerId="LiveId" clId="{197809DC-2FD1-4A27-BBE3-8C197707ACC4}" dt="2024-11-08T10:42:22.945" v="5230" actId="47"/>
        <pc:sldMkLst>
          <pc:docMk/>
          <pc:sldMk cId="3402075205" sldId="282"/>
        </pc:sldMkLst>
      </pc:sldChg>
      <pc:sldChg chg="modSp del mod">
        <pc:chgData name="Marion Sol" userId="8fc6c4da0649c2dd" providerId="LiveId" clId="{197809DC-2FD1-4A27-BBE3-8C197707ACC4}" dt="2024-11-08T10:42:22.945" v="5230" actId="47"/>
        <pc:sldMkLst>
          <pc:docMk/>
          <pc:sldMk cId="814573916" sldId="284"/>
        </pc:sldMkLst>
      </pc:sldChg>
      <pc:sldChg chg="modSp mod modNotesTx">
        <pc:chgData name="Marion Sol" userId="8fc6c4da0649c2dd" providerId="LiveId" clId="{197809DC-2FD1-4A27-BBE3-8C197707ACC4}" dt="2024-11-08T14:11:25.140" v="6090" actId="33524"/>
        <pc:sldMkLst>
          <pc:docMk/>
          <pc:sldMk cId="2156845374" sldId="291"/>
        </pc:sldMkLst>
        <pc:spChg chg="mod">
          <ac:chgData name="Marion Sol" userId="8fc6c4da0649c2dd" providerId="LiveId" clId="{197809DC-2FD1-4A27-BBE3-8C197707ACC4}" dt="2024-11-07T09:41:33.757" v="3735" actId="790"/>
          <ac:spMkLst>
            <pc:docMk/>
            <pc:sldMk cId="2156845374" sldId="291"/>
            <ac:spMk id="2" creationId="{C24423DC-8A90-AF11-5AAC-107F7B7B3E6B}"/>
          </ac:spMkLst>
        </pc:spChg>
        <pc:spChg chg="mod">
          <ac:chgData name="Marion Sol" userId="8fc6c4da0649c2dd" providerId="LiveId" clId="{197809DC-2FD1-4A27-BBE3-8C197707ACC4}" dt="2024-11-08T14:11:25.140" v="6090" actId="33524"/>
          <ac:spMkLst>
            <pc:docMk/>
            <pc:sldMk cId="2156845374" sldId="291"/>
            <ac:spMk id="3" creationId="{99203BBD-1CD8-E13D-5BA9-C7A931D650FB}"/>
          </ac:spMkLst>
        </pc:spChg>
        <pc:spChg chg="mod">
          <ac:chgData name="Marion Sol" userId="8fc6c4da0649c2dd" providerId="LiveId" clId="{197809DC-2FD1-4A27-BBE3-8C197707ACC4}" dt="2024-11-07T09:41:33.757" v="3735" actId="790"/>
          <ac:spMkLst>
            <pc:docMk/>
            <pc:sldMk cId="2156845374" sldId="291"/>
            <ac:spMk id="11" creationId="{1C520CBD-F82E-44E4-BDA5-128716AD79C8}"/>
          </ac:spMkLst>
        </pc:spChg>
        <pc:spChg chg="mod">
          <ac:chgData name="Marion Sol" userId="8fc6c4da0649c2dd" providerId="LiveId" clId="{197809DC-2FD1-4A27-BBE3-8C197707ACC4}" dt="2024-11-07T09:41:33.757" v="3735" actId="790"/>
          <ac:spMkLst>
            <pc:docMk/>
            <pc:sldMk cId="2156845374" sldId="291"/>
            <ac:spMk id="13" creationId="{4618AE32-A526-42FC-A854-732740BD38DA}"/>
          </ac:spMkLst>
        </pc:spChg>
      </pc:sldChg>
      <pc:sldChg chg="modSp mod modNotesTx">
        <pc:chgData name="Marion Sol" userId="8fc6c4da0649c2dd" providerId="LiveId" clId="{197809DC-2FD1-4A27-BBE3-8C197707ACC4}" dt="2024-11-07T10:13:21.080" v="3864" actId="20577"/>
        <pc:sldMkLst>
          <pc:docMk/>
          <pc:sldMk cId="549903691" sldId="293"/>
        </pc:sldMkLst>
        <pc:spChg chg="mod">
          <ac:chgData name="Marion Sol" userId="8fc6c4da0649c2dd" providerId="LiveId" clId="{197809DC-2FD1-4A27-BBE3-8C197707ACC4}" dt="2024-11-07T09:41:33.757" v="3735" actId="790"/>
          <ac:spMkLst>
            <pc:docMk/>
            <pc:sldMk cId="549903691" sldId="293"/>
            <ac:spMk id="2" creationId="{46B9AD57-7255-9239-7A43-6418FDFA8937}"/>
          </ac:spMkLst>
        </pc:spChg>
        <pc:spChg chg="mod">
          <ac:chgData name="Marion Sol" userId="8fc6c4da0649c2dd" providerId="LiveId" clId="{197809DC-2FD1-4A27-BBE3-8C197707ACC4}" dt="2024-11-07T09:41:33.757" v="3735" actId="790"/>
          <ac:spMkLst>
            <pc:docMk/>
            <pc:sldMk cId="549903691" sldId="293"/>
            <ac:spMk id="3" creationId="{6B421DE1-92AA-0FEE-E09E-0A3648D14598}"/>
          </ac:spMkLst>
        </pc:spChg>
        <pc:spChg chg="mod">
          <ac:chgData name="Marion Sol" userId="8fc6c4da0649c2dd" providerId="LiveId" clId="{197809DC-2FD1-4A27-BBE3-8C197707ACC4}" dt="2024-11-07T09:41:33.757" v="3735" actId="790"/>
          <ac:spMkLst>
            <pc:docMk/>
            <pc:sldMk cId="549903691" sldId="293"/>
            <ac:spMk id="4" creationId="{FE57EC04-AE44-2AE3-DF8E-058E24952B23}"/>
          </ac:spMkLst>
        </pc:spChg>
        <pc:spChg chg="mod">
          <ac:chgData name="Marion Sol" userId="8fc6c4da0649c2dd" providerId="LiveId" clId="{197809DC-2FD1-4A27-BBE3-8C197707ACC4}" dt="2024-11-07T09:41:33.757" v="3735" actId="790"/>
          <ac:spMkLst>
            <pc:docMk/>
            <pc:sldMk cId="549903691" sldId="293"/>
            <ac:spMk id="13" creationId="{36D16D1E-4205-49F5-BD2A-DA769947C104}"/>
          </ac:spMkLst>
        </pc:spChg>
        <pc:spChg chg="mod">
          <ac:chgData name="Marion Sol" userId="8fc6c4da0649c2dd" providerId="LiveId" clId="{197809DC-2FD1-4A27-BBE3-8C197707ACC4}" dt="2024-11-07T09:41:33.757" v="3735" actId="790"/>
          <ac:spMkLst>
            <pc:docMk/>
            <pc:sldMk cId="549903691" sldId="293"/>
            <ac:spMk id="15" creationId="{012FD100-C039-4E03-B5E4-2EDFA7290AA6}"/>
          </ac:spMkLst>
        </pc:spChg>
        <pc:graphicFrameChg chg="modGraphic">
          <ac:chgData name="Marion Sol" userId="8fc6c4da0649c2dd" providerId="LiveId" clId="{197809DC-2FD1-4A27-BBE3-8C197707ACC4}" dt="2024-11-07T09:41:33.757" v="3735" actId="790"/>
          <ac:graphicFrameMkLst>
            <pc:docMk/>
            <pc:sldMk cId="549903691" sldId="293"/>
            <ac:graphicFrameMk id="9" creationId="{AE5CE005-9238-4BE2-F9CF-ACA17F5290A5}"/>
          </ac:graphicFrameMkLst>
        </pc:graphicFrameChg>
      </pc:sldChg>
      <pc:sldChg chg="modSp mod modNotesTx">
        <pc:chgData name="Marion Sol" userId="8fc6c4da0649c2dd" providerId="LiveId" clId="{197809DC-2FD1-4A27-BBE3-8C197707ACC4}" dt="2024-11-07T10:13:26.333" v="3865" actId="20577"/>
        <pc:sldMkLst>
          <pc:docMk/>
          <pc:sldMk cId="776925510" sldId="295"/>
        </pc:sldMkLst>
        <pc:spChg chg="mod">
          <ac:chgData name="Marion Sol" userId="8fc6c4da0649c2dd" providerId="LiveId" clId="{197809DC-2FD1-4A27-BBE3-8C197707ACC4}" dt="2024-11-07T09:41:33.757" v="3735" actId="790"/>
          <ac:spMkLst>
            <pc:docMk/>
            <pc:sldMk cId="776925510" sldId="295"/>
            <ac:spMk id="2" creationId="{1CC46C14-445C-ABEC-B5EC-05581C351F25}"/>
          </ac:spMkLst>
        </pc:spChg>
        <pc:spChg chg="mod">
          <ac:chgData name="Marion Sol" userId="8fc6c4da0649c2dd" providerId="LiveId" clId="{197809DC-2FD1-4A27-BBE3-8C197707ACC4}" dt="2024-11-07T09:41:33.757" v="3735" actId="790"/>
          <ac:spMkLst>
            <pc:docMk/>
            <pc:sldMk cId="776925510" sldId="295"/>
            <ac:spMk id="3" creationId="{87286E50-FA5C-BF29-3305-47D4F0622D0C}"/>
          </ac:spMkLst>
        </pc:spChg>
      </pc:sldChg>
      <pc:sldChg chg="modSp mod modNotesTx">
        <pc:chgData name="Marion Sol" userId="8fc6c4da0649c2dd" providerId="LiveId" clId="{197809DC-2FD1-4A27-BBE3-8C197707ACC4}" dt="2024-11-08T11:49:56.508" v="5235" actId="20577"/>
        <pc:sldMkLst>
          <pc:docMk/>
          <pc:sldMk cId="2158501362" sldId="296"/>
        </pc:sldMkLst>
        <pc:spChg chg="mod">
          <ac:chgData name="Marion Sol" userId="8fc6c4da0649c2dd" providerId="LiveId" clId="{197809DC-2FD1-4A27-BBE3-8C197707ACC4}" dt="2024-11-07T09:41:33.757" v="3735" actId="790"/>
          <ac:spMkLst>
            <pc:docMk/>
            <pc:sldMk cId="2158501362" sldId="296"/>
            <ac:spMk id="2" creationId="{1CC46C14-445C-ABEC-B5EC-05581C351F25}"/>
          </ac:spMkLst>
        </pc:spChg>
        <pc:spChg chg="mod">
          <ac:chgData name="Marion Sol" userId="8fc6c4da0649c2dd" providerId="LiveId" clId="{197809DC-2FD1-4A27-BBE3-8C197707ACC4}" dt="2024-11-08T11:49:56.508" v="5235" actId="20577"/>
          <ac:spMkLst>
            <pc:docMk/>
            <pc:sldMk cId="2158501362" sldId="296"/>
            <ac:spMk id="3" creationId="{87286E50-FA5C-BF29-3305-47D4F0622D0C}"/>
          </ac:spMkLst>
        </pc:spChg>
      </pc:sldChg>
      <pc:sldChg chg="addSp delSp modSp mod setBg modNotesTx">
        <pc:chgData name="Marion Sol" userId="8fc6c4da0649c2dd" providerId="LiveId" clId="{197809DC-2FD1-4A27-BBE3-8C197707ACC4}" dt="2024-11-07T10:13:44.916" v="3868" actId="20577"/>
        <pc:sldMkLst>
          <pc:docMk/>
          <pc:sldMk cId="136577344" sldId="297"/>
        </pc:sldMkLst>
        <pc:spChg chg="mod">
          <ac:chgData name="Marion Sol" userId="8fc6c4da0649c2dd" providerId="LiveId" clId="{197809DC-2FD1-4A27-BBE3-8C197707ACC4}" dt="2024-11-07T09:41:33.757" v="3735" actId="790"/>
          <ac:spMkLst>
            <pc:docMk/>
            <pc:sldMk cId="136577344" sldId="297"/>
            <ac:spMk id="2" creationId="{1CC46C14-445C-ABEC-B5EC-05581C351F25}"/>
          </ac:spMkLst>
        </pc:spChg>
        <pc:spChg chg="mod">
          <ac:chgData name="Marion Sol" userId="8fc6c4da0649c2dd" providerId="LiveId" clId="{197809DC-2FD1-4A27-BBE3-8C197707ACC4}" dt="2024-11-07T09:41:33.757" v="3735" actId="790"/>
          <ac:spMkLst>
            <pc:docMk/>
            <pc:sldMk cId="136577344" sldId="297"/>
            <ac:spMk id="3" creationId="{87286E50-FA5C-BF29-3305-47D4F0622D0C}"/>
          </ac:spMkLst>
        </pc:spChg>
        <pc:spChg chg="add mod">
          <ac:chgData name="Marion Sol" userId="8fc6c4da0649c2dd" providerId="LiveId" clId="{197809DC-2FD1-4A27-BBE3-8C197707ACC4}" dt="2024-11-07T09:41:33.757" v="3735" actId="790"/>
          <ac:spMkLst>
            <pc:docMk/>
            <pc:sldMk cId="136577344" sldId="297"/>
            <ac:spMk id="21" creationId="{53B8D6B0-55D6-48DC-86D8-FD95D5F118AB}"/>
          </ac:spMkLst>
        </pc:spChg>
        <pc:spChg chg="add mod">
          <ac:chgData name="Marion Sol" userId="8fc6c4da0649c2dd" providerId="LiveId" clId="{197809DC-2FD1-4A27-BBE3-8C197707ACC4}" dt="2024-11-07T09:41:33.757" v="3735" actId="790"/>
          <ac:spMkLst>
            <pc:docMk/>
            <pc:sldMk cId="136577344" sldId="297"/>
            <ac:spMk id="22" creationId="{7D379150-F6B4-45C8-BE10-6B278AD400EB}"/>
          </ac:spMkLst>
        </pc:spChg>
        <pc:spChg chg="add mod">
          <ac:chgData name="Marion Sol" userId="8fc6c4da0649c2dd" providerId="LiveId" clId="{197809DC-2FD1-4A27-BBE3-8C197707ACC4}" dt="2024-11-07T09:41:33.757" v="3735" actId="790"/>
          <ac:spMkLst>
            <pc:docMk/>
            <pc:sldMk cId="136577344" sldId="297"/>
            <ac:spMk id="23" creationId="{5FFCF544-A370-4A5D-A95F-CA6E0E7191E6}"/>
          </ac:spMkLst>
        </pc:spChg>
        <pc:spChg chg="add mod">
          <ac:chgData name="Marion Sol" userId="8fc6c4da0649c2dd" providerId="LiveId" clId="{197809DC-2FD1-4A27-BBE3-8C197707ACC4}" dt="2024-11-07T09:41:33.757" v="3735" actId="790"/>
          <ac:spMkLst>
            <pc:docMk/>
            <pc:sldMk cId="136577344" sldId="297"/>
            <ac:spMk id="25" creationId="{44CC594A-A820-450F-B363-C19201FCFEC6}"/>
          </ac:spMkLst>
        </pc:spChg>
        <pc:spChg chg="add mod">
          <ac:chgData name="Marion Sol" userId="8fc6c4da0649c2dd" providerId="LiveId" clId="{197809DC-2FD1-4A27-BBE3-8C197707ACC4}" dt="2024-11-07T09:41:33.757" v="3735" actId="790"/>
          <ac:spMkLst>
            <pc:docMk/>
            <pc:sldMk cId="136577344" sldId="297"/>
            <ac:spMk id="26" creationId="{59FAB3DA-E9ED-4574-ABCC-378BC0FF1BBC}"/>
          </ac:spMkLst>
        </pc:spChg>
      </pc:sldChg>
      <pc:sldChg chg="addSp delSp modSp mod setBg modNotes modNotesTx">
        <pc:chgData name="Marion Sol" userId="8fc6c4da0649c2dd" providerId="LiveId" clId="{197809DC-2FD1-4A27-BBE3-8C197707ACC4}" dt="2024-11-07T10:22:14.620" v="3916" actId="20577"/>
        <pc:sldMkLst>
          <pc:docMk/>
          <pc:sldMk cId="3656268417" sldId="298"/>
        </pc:sldMkLst>
        <pc:spChg chg="mod">
          <ac:chgData name="Marion Sol" userId="8fc6c4da0649c2dd" providerId="LiveId" clId="{197809DC-2FD1-4A27-BBE3-8C197707ACC4}" dt="2024-11-07T09:41:33.757" v="3735" actId="790"/>
          <ac:spMkLst>
            <pc:docMk/>
            <pc:sldMk cId="3656268417" sldId="298"/>
            <ac:spMk id="2" creationId="{1CC46C14-445C-ABEC-B5EC-05581C351F25}"/>
          </ac:spMkLst>
        </pc:spChg>
        <pc:spChg chg="mod">
          <ac:chgData name="Marion Sol" userId="8fc6c4da0649c2dd" providerId="LiveId" clId="{197809DC-2FD1-4A27-BBE3-8C197707ACC4}" dt="2024-11-07T10:22:14.620" v="3916" actId="20577"/>
          <ac:spMkLst>
            <pc:docMk/>
            <pc:sldMk cId="3656268417" sldId="298"/>
            <ac:spMk id="3" creationId="{87286E50-FA5C-BF29-3305-47D4F0622D0C}"/>
          </ac:spMkLst>
        </pc:spChg>
        <pc:spChg chg="add mod">
          <ac:chgData name="Marion Sol" userId="8fc6c4da0649c2dd" providerId="LiveId" clId="{197809DC-2FD1-4A27-BBE3-8C197707ACC4}" dt="2024-11-07T09:41:33.757" v="3735" actId="790"/>
          <ac:spMkLst>
            <pc:docMk/>
            <pc:sldMk cId="3656268417" sldId="298"/>
            <ac:spMk id="5" creationId="{13FE9996-7EAC-4679-B37D-C1045F42F954}"/>
          </ac:spMkLst>
        </pc:spChg>
        <pc:spChg chg="add mod">
          <ac:chgData name="Marion Sol" userId="8fc6c4da0649c2dd" providerId="LiveId" clId="{197809DC-2FD1-4A27-BBE3-8C197707ACC4}" dt="2024-11-07T09:41:33.757" v="3735" actId="790"/>
          <ac:spMkLst>
            <pc:docMk/>
            <pc:sldMk cId="3656268417" sldId="298"/>
            <ac:spMk id="10" creationId="{761DF1FE-5CC8-43D2-A76C-93C76EEDE1E9}"/>
          </ac:spMkLst>
        </pc:spChg>
        <pc:spChg chg="add mod">
          <ac:chgData name="Marion Sol" userId="8fc6c4da0649c2dd" providerId="LiveId" clId="{197809DC-2FD1-4A27-BBE3-8C197707ACC4}" dt="2024-11-07T09:41:33.757" v="3735" actId="790"/>
          <ac:spMkLst>
            <pc:docMk/>
            <pc:sldMk cId="3656268417" sldId="298"/>
            <ac:spMk id="14" creationId="{3741B58E-3B65-4A01-A276-975AB2CF8A08}"/>
          </ac:spMkLst>
        </pc:spChg>
        <pc:spChg chg="add mod">
          <ac:chgData name="Marion Sol" userId="8fc6c4da0649c2dd" providerId="LiveId" clId="{197809DC-2FD1-4A27-BBE3-8C197707ACC4}" dt="2024-11-07T09:41:33.757" v="3735" actId="790"/>
          <ac:spMkLst>
            <pc:docMk/>
            <pc:sldMk cId="3656268417" sldId="298"/>
            <ac:spMk id="16" creationId="{7AAC67C3-831B-4AB1-A259-DFB839CAFAFC}"/>
          </ac:spMkLst>
        </pc:spChg>
        <pc:spChg chg="add mod">
          <ac:chgData name="Marion Sol" userId="8fc6c4da0649c2dd" providerId="LiveId" clId="{197809DC-2FD1-4A27-BBE3-8C197707ACC4}" dt="2024-11-07T09:41:33.757" v="3735" actId="790"/>
          <ac:spMkLst>
            <pc:docMk/>
            <pc:sldMk cId="3656268417" sldId="298"/>
            <ac:spMk id="18" creationId="{054B3F04-9EAC-45C0-B3CE-0387EEA10A0C}"/>
          </ac:spMkLst>
        </pc:spChg>
      </pc:sldChg>
      <pc:sldChg chg="addSp delSp modSp mod setBg modNotes modNotesTx">
        <pc:chgData name="Marion Sol" userId="8fc6c4da0649c2dd" providerId="LiveId" clId="{197809DC-2FD1-4A27-BBE3-8C197707ACC4}" dt="2024-11-08T11:56:07.056" v="5409"/>
        <pc:sldMkLst>
          <pc:docMk/>
          <pc:sldMk cId="3366478370" sldId="299"/>
        </pc:sldMkLst>
        <pc:spChg chg="mod">
          <ac:chgData name="Marion Sol" userId="8fc6c4da0649c2dd" providerId="LiveId" clId="{197809DC-2FD1-4A27-BBE3-8C197707ACC4}" dt="2024-11-07T09:41:33.757" v="3735" actId="790"/>
          <ac:spMkLst>
            <pc:docMk/>
            <pc:sldMk cId="3366478370" sldId="299"/>
            <ac:spMk id="2" creationId="{1CC46C14-445C-ABEC-B5EC-05581C351F25}"/>
          </ac:spMkLst>
        </pc:spChg>
        <pc:spChg chg="mod">
          <ac:chgData name="Marion Sol" userId="8fc6c4da0649c2dd" providerId="LiveId" clId="{197809DC-2FD1-4A27-BBE3-8C197707ACC4}" dt="2024-11-07T10:18:42.189" v="3907" actId="20577"/>
          <ac:spMkLst>
            <pc:docMk/>
            <pc:sldMk cId="3366478370" sldId="299"/>
            <ac:spMk id="3" creationId="{87286E50-FA5C-BF29-3305-47D4F0622D0C}"/>
          </ac:spMkLst>
        </pc:spChg>
        <pc:spChg chg="add mod">
          <ac:chgData name="Marion Sol" userId="8fc6c4da0649c2dd" providerId="LiveId" clId="{197809DC-2FD1-4A27-BBE3-8C197707ACC4}" dt="2024-11-07T09:41:33.757" v="3735" actId="790"/>
          <ac:spMkLst>
            <pc:docMk/>
            <pc:sldMk cId="3366478370" sldId="299"/>
            <ac:spMk id="10" creationId="{761DF1FE-5CC8-43D2-A76C-93C76EEDE1E9}"/>
          </ac:spMkLst>
        </pc:spChg>
        <pc:spChg chg="add mod">
          <ac:chgData name="Marion Sol" userId="8fc6c4da0649c2dd" providerId="LiveId" clId="{197809DC-2FD1-4A27-BBE3-8C197707ACC4}" dt="2024-11-07T09:41:33.757" v="3735" actId="790"/>
          <ac:spMkLst>
            <pc:docMk/>
            <pc:sldMk cId="3366478370" sldId="299"/>
            <ac:spMk id="11" creationId="{13FE9996-7EAC-4679-B37D-C1045F42F954}"/>
          </ac:spMkLst>
        </pc:spChg>
        <pc:spChg chg="add mod">
          <ac:chgData name="Marion Sol" userId="8fc6c4da0649c2dd" providerId="LiveId" clId="{197809DC-2FD1-4A27-BBE3-8C197707ACC4}" dt="2024-11-07T09:41:33.757" v="3735" actId="790"/>
          <ac:spMkLst>
            <pc:docMk/>
            <pc:sldMk cId="3366478370" sldId="299"/>
            <ac:spMk id="14" creationId="{3741B58E-3B65-4A01-A276-975AB2CF8A08}"/>
          </ac:spMkLst>
        </pc:spChg>
        <pc:spChg chg="add mod">
          <ac:chgData name="Marion Sol" userId="8fc6c4da0649c2dd" providerId="LiveId" clId="{197809DC-2FD1-4A27-BBE3-8C197707ACC4}" dt="2024-11-07T09:41:33.757" v="3735" actId="790"/>
          <ac:spMkLst>
            <pc:docMk/>
            <pc:sldMk cId="3366478370" sldId="299"/>
            <ac:spMk id="16" creationId="{7AAC67C3-831B-4AB1-A259-DFB839CAFAFC}"/>
          </ac:spMkLst>
        </pc:spChg>
        <pc:spChg chg="add mod">
          <ac:chgData name="Marion Sol" userId="8fc6c4da0649c2dd" providerId="LiveId" clId="{197809DC-2FD1-4A27-BBE3-8C197707ACC4}" dt="2024-11-07T09:41:33.757" v="3735" actId="790"/>
          <ac:spMkLst>
            <pc:docMk/>
            <pc:sldMk cId="3366478370" sldId="299"/>
            <ac:spMk id="18" creationId="{054B3F04-9EAC-45C0-B3CE-0387EEA10A0C}"/>
          </ac:spMkLst>
        </pc:spChg>
      </pc:sldChg>
      <pc:sldChg chg="del">
        <pc:chgData name="Marion Sol" userId="8fc6c4da0649c2dd" providerId="LiveId" clId="{197809DC-2FD1-4A27-BBE3-8C197707ACC4}" dt="2024-10-18T09:40:17.187" v="1363" actId="47"/>
        <pc:sldMkLst>
          <pc:docMk/>
          <pc:sldMk cId="3886267424" sldId="300"/>
        </pc:sldMkLst>
      </pc:sldChg>
      <pc:sldChg chg="addSp modSp mod modNotesTx">
        <pc:chgData name="Marion Sol" userId="8fc6c4da0649c2dd" providerId="LiveId" clId="{197809DC-2FD1-4A27-BBE3-8C197707ACC4}" dt="2024-11-08T14:34:10.159" v="6093" actId="1076"/>
        <pc:sldMkLst>
          <pc:docMk/>
          <pc:sldMk cId="3455052573" sldId="301"/>
        </pc:sldMkLst>
        <pc:spChg chg="mod">
          <ac:chgData name="Marion Sol" userId="8fc6c4da0649c2dd" providerId="LiveId" clId="{197809DC-2FD1-4A27-BBE3-8C197707ACC4}" dt="2024-11-07T09:41:33.757" v="3735" actId="790"/>
          <ac:spMkLst>
            <pc:docMk/>
            <pc:sldMk cId="3455052573" sldId="301"/>
            <ac:spMk id="2" creationId="{1CC46C14-445C-ABEC-B5EC-05581C351F25}"/>
          </ac:spMkLst>
        </pc:spChg>
        <pc:spChg chg="mod">
          <ac:chgData name="Marion Sol" userId="8fc6c4da0649c2dd" providerId="LiveId" clId="{197809DC-2FD1-4A27-BBE3-8C197707ACC4}" dt="2024-11-08T14:07:22.580" v="6035" actId="108"/>
          <ac:spMkLst>
            <pc:docMk/>
            <pc:sldMk cId="3455052573" sldId="301"/>
            <ac:spMk id="3" creationId="{87286E50-FA5C-BF29-3305-47D4F0622D0C}"/>
          </ac:spMkLst>
        </pc:spChg>
      </pc:sldChg>
      <pc:sldChg chg="delSp modSp mod modNotesTx">
        <pc:chgData name="Marion Sol" userId="8fc6c4da0649c2dd" providerId="LiveId" clId="{197809DC-2FD1-4A27-BBE3-8C197707ACC4}" dt="2024-11-11T10:37:30.326" v="6756" actId="12"/>
        <pc:sldMkLst>
          <pc:docMk/>
          <pc:sldMk cId="951847839" sldId="302"/>
        </pc:sldMkLst>
        <pc:spChg chg="mod">
          <ac:chgData name="Marion Sol" userId="8fc6c4da0649c2dd" providerId="LiveId" clId="{197809DC-2FD1-4A27-BBE3-8C197707ACC4}" dt="2024-11-09T16:22:00.062" v="6099" actId="20577"/>
          <ac:spMkLst>
            <pc:docMk/>
            <pc:sldMk cId="951847839" sldId="302"/>
            <ac:spMk id="2" creationId="{1CC46C14-445C-ABEC-B5EC-05581C351F25}"/>
          </ac:spMkLst>
        </pc:spChg>
        <pc:spChg chg="mod">
          <ac:chgData name="Marion Sol" userId="8fc6c4da0649c2dd" providerId="LiveId" clId="{197809DC-2FD1-4A27-BBE3-8C197707ACC4}" dt="2024-11-11T10:37:30.326" v="6756" actId="12"/>
          <ac:spMkLst>
            <pc:docMk/>
            <pc:sldMk cId="951847839" sldId="302"/>
            <ac:spMk id="3" creationId="{87286E50-FA5C-BF29-3305-47D4F0622D0C}"/>
          </ac:spMkLst>
        </pc:spChg>
      </pc:sldChg>
      <pc:sldChg chg="modSp del mod modNotesTx">
        <pc:chgData name="Marion Sol" userId="8fc6c4da0649c2dd" providerId="LiveId" clId="{197809DC-2FD1-4A27-BBE3-8C197707ACC4}" dt="2024-11-08T10:42:22.945" v="5230" actId="47"/>
        <pc:sldMkLst>
          <pc:docMk/>
          <pc:sldMk cId="4095611816" sldId="303"/>
        </pc:sldMkLst>
      </pc:sldChg>
      <pc:sldChg chg="modSp del mod">
        <pc:chgData name="Marion Sol" userId="8fc6c4da0649c2dd" providerId="LiveId" clId="{197809DC-2FD1-4A27-BBE3-8C197707ACC4}" dt="2024-11-08T10:42:22.945" v="5230" actId="47"/>
        <pc:sldMkLst>
          <pc:docMk/>
          <pc:sldMk cId="957461340" sldId="306"/>
        </pc:sldMkLst>
      </pc:sldChg>
      <pc:sldChg chg="modSp del mod">
        <pc:chgData name="Marion Sol" userId="8fc6c4da0649c2dd" providerId="LiveId" clId="{197809DC-2FD1-4A27-BBE3-8C197707ACC4}" dt="2024-11-08T10:42:22.945" v="5230" actId="47"/>
        <pc:sldMkLst>
          <pc:docMk/>
          <pc:sldMk cId="30702489" sldId="307"/>
        </pc:sldMkLst>
      </pc:sldChg>
      <pc:sldChg chg="modSp del mod">
        <pc:chgData name="Marion Sol" userId="8fc6c4da0649c2dd" providerId="LiveId" clId="{197809DC-2FD1-4A27-BBE3-8C197707ACC4}" dt="2024-11-08T10:42:22.945" v="5230" actId="47"/>
        <pc:sldMkLst>
          <pc:docMk/>
          <pc:sldMk cId="3739959046" sldId="308"/>
        </pc:sldMkLst>
      </pc:sldChg>
      <pc:sldChg chg="modSp del mod">
        <pc:chgData name="Marion Sol" userId="8fc6c4da0649c2dd" providerId="LiveId" clId="{197809DC-2FD1-4A27-BBE3-8C197707ACC4}" dt="2024-11-08T10:42:22.945" v="5230" actId="47"/>
        <pc:sldMkLst>
          <pc:docMk/>
          <pc:sldMk cId="3325589100" sldId="309"/>
        </pc:sldMkLst>
      </pc:sldChg>
      <pc:sldChg chg="modSp del mod">
        <pc:chgData name="Marion Sol" userId="8fc6c4da0649c2dd" providerId="LiveId" clId="{197809DC-2FD1-4A27-BBE3-8C197707ACC4}" dt="2024-11-08T10:42:22.945" v="5230" actId="47"/>
        <pc:sldMkLst>
          <pc:docMk/>
          <pc:sldMk cId="3183139068" sldId="311"/>
        </pc:sldMkLst>
      </pc:sldChg>
      <pc:sldChg chg="modSp del mod">
        <pc:chgData name="Marion Sol" userId="8fc6c4da0649c2dd" providerId="LiveId" clId="{197809DC-2FD1-4A27-BBE3-8C197707ACC4}" dt="2024-11-08T10:42:22.945" v="5230" actId="47"/>
        <pc:sldMkLst>
          <pc:docMk/>
          <pc:sldMk cId="1513979509" sldId="312"/>
        </pc:sldMkLst>
      </pc:sldChg>
      <pc:sldChg chg="modSp del mod">
        <pc:chgData name="Marion Sol" userId="8fc6c4da0649c2dd" providerId="LiveId" clId="{197809DC-2FD1-4A27-BBE3-8C197707ACC4}" dt="2024-11-08T10:42:22.945" v="5230" actId="47"/>
        <pc:sldMkLst>
          <pc:docMk/>
          <pc:sldMk cId="2401658093" sldId="314"/>
        </pc:sldMkLst>
      </pc:sldChg>
      <pc:sldChg chg="modSp del mod modNotesTx">
        <pc:chgData name="Marion Sol" userId="8fc6c4da0649c2dd" providerId="LiveId" clId="{197809DC-2FD1-4A27-BBE3-8C197707ACC4}" dt="2024-11-08T10:42:22.945" v="5230" actId="47"/>
        <pc:sldMkLst>
          <pc:docMk/>
          <pc:sldMk cId="2457034047" sldId="316"/>
        </pc:sldMkLst>
      </pc:sldChg>
      <pc:sldChg chg="modSp del mod modNotesTx">
        <pc:chgData name="Marion Sol" userId="8fc6c4da0649c2dd" providerId="LiveId" clId="{197809DC-2FD1-4A27-BBE3-8C197707ACC4}" dt="2024-11-08T10:42:22.945" v="5230" actId="47"/>
        <pc:sldMkLst>
          <pc:docMk/>
          <pc:sldMk cId="2407388728" sldId="317"/>
        </pc:sldMkLst>
      </pc:sldChg>
      <pc:sldChg chg="modSp del mod modNotesTx">
        <pc:chgData name="Marion Sol" userId="8fc6c4da0649c2dd" providerId="LiveId" clId="{197809DC-2FD1-4A27-BBE3-8C197707ACC4}" dt="2024-11-08T10:42:22.945" v="5230" actId="47"/>
        <pc:sldMkLst>
          <pc:docMk/>
          <pc:sldMk cId="2014965301" sldId="318"/>
        </pc:sldMkLst>
      </pc:sldChg>
      <pc:sldChg chg="modSp del mod modNotesTx">
        <pc:chgData name="Marion Sol" userId="8fc6c4da0649c2dd" providerId="LiveId" clId="{197809DC-2FD1-4A27-BBE3-8C197707ACC4}" dt="2024-11-08T10:42:22.945" v="5230" actId="47"/>
        <pc:sldMkLst>
          <pc:docMk/>
          <pc:sldMk cId="2645716207" sldId="319"/>
        </pc:sldMkLst>
      </pc:sldChg>
      <pc:sldChg chg="modSp del mod modNotesTx">
        <pc:chgData name="Marion Sol" userId="8fc6c4da0649c2dd" providerId="LiveId" clId="{197809DC-2FD1-4A27-BBE3-8C197707ACC4}" dt="2024-11-08T10:42:22.945" v="5230" actId="47"/>
        <pc:sldMkLst>
          <pc:docMk/>
          <pc:sldMk cId="2108761958" sldId="320"/>
        </pc:sldMkLst>
      </pc:sldChg>
      <pc:sldChg chg="modSp del mod modNotesTx">
        <pc:chgData name="Marion Sol" userId="8fc6c4da0649c2dd" providerId="LiveId" clId="{197809DC-2FD1-4A27-BBE3-8C197707ACC4}" dt="2024-11-08T10:42:22.945" v="5230" actId="47"/>
        <pc:sldMkLst>
          <pc:docMk/>
          <pc:sldMk cId="458262325" sldId="321"/>
        </pc:sldMkLst>
      </pc:sldChg>
      <pc:sldChg chg="addSp delSp modSp add mod modNotesTx">
        <pc:chgData name="Marion Sol" userId="8fc6c4da0649c2dd" providerId="LiveId" clId="{197809DC-2FD1-4A27-BBE3-8C197707ACC4}" dt="2024-11-07T10:17:12.517" v="3897" actId="113"/>
        <pc:sldMkLst>
          <pc:docMk/>
          <pc:sldMk cId="1871517716" sldId="322"/>
        </pc:sldMkLst>
        <pc:spChg chg="mod">
          <ac:chgData name="Marion Sol" userId="8fc6c4da0649c2dd" providerId="LiveId" clId="{197809DC-2FD1-4A27-BBE3-8C197707ACC4}" dt="2024-11-07T09:41:33.757" v="3735" actId="790"/>
          <ac:spMkLst>
            <pc:docMk/>
            <pc:sldMk cId="1871517716" sldId="322"/>
            <ac:spMk id="2" creationId="{1CC46C14-445C-ABEC-B5EC-05581C351F25}"/>
          </ac:spMkLst>
        </pc:spChg>
        <pc:spChg chg="mod">
          <ac:chgData name="Marion Sol" userId="8fc6c4da0649c2dd" providerId="LiveId" clId="{197809DC-2FD1-4A27-BBE3-8C197707ACC4}" dt="2024-11-07T10:17:12.517" v="3897" actId="113"/>
          <ac:spMkLst>
            <pc:docMk/>
            <pc:sldMk cId="1871517716" sldId="322"/>
            <ac:spMk id="3" creationId="{87286E50-FA5C-BF29-3305-47D4F0622D0C}"/>
          </ac:spMkLst>
        </pc:spChg>
        <pc:spChg chg="add mod">
          <ac:chgData name="Marion Sol" userId="8fc6c4da0649c2dd" providerId="LiveId" clId="{197809DC-2FD1-4A27-BBE3-8C197707ACC4}" dt="2024-11-07T09:41:33.757" v="3735" actId="790"/>
          <ac:spMkLst>
            <pc:docMk/>
            <pc:sldMk cId="1871517716" sldId="322"/>
            <ac:spMk id="31" creationId="{7D379150-F6B4-45C8-BE10-6B278AD400EB}"/>
          </ac:spMkLst>
        </pc:spChg>
        <pc:spChg chg="add mod">
          <ac:chgData name="Marion Sol" userId="8fc6c4da0649c2dd" providerId="LiveId" clId="{197809DC-2FD1-4A27-BBE3-8C197707ACC4}" dt="2024-11-07T09:41:33.757" v="3735" actId="790"/>
          <ac:spMkLst>
            <pc:docMk/>
            <pc:sldMk cId="1871517716" sldId="322"/>
            <ac:spMk id="33" creationId="{5FFCF544-A370-4A5D-A95F-CA6E0E7191E6}"/>
          </ac:spMkLst>
        </pc:spChg>
        <pc:spChg chg="add mod">
          <ac:chgData name="Marion Sol" userId="8fc6c4da0649c2dd" providerId="LiveId" clId="{197809DC-2FD1-4A27-BBE3-8C197707ACC4}" dt="2024-11-07T09:41:33.757" v="3735" actId="790"/>
          <ac:spMkLst>
            <pc:docMk/>
            <pc:sldMk cId="1871517716" sldId="322"/>
            <ac:spMk id="37" creationId="{44CC594A-A820-450F-B363-C19201FCFEC6}"/>
          </ac:spMkLst>
        </pc:spChg>
        <pc:spChg chg="add mod">
          <ac:chgData name="Marion Sol" userId="8fc6c4da0649c2dd" providerId="LiveId" clId="{197809DC-2FD1-4A27-BBE3-8C197707ACC4}" dt="2024-11-07T09:41:33.757" v="3735" actId="790"/>
          <ac:spMkLst>
            <pc:docMk/>
            <pc:sldMk cId="1871517716" sldId="322"/>
            <ac:spMk id="39" creationId="{59FAB3DA-E9ED-4574-ABCC-378BC0FF1BBC}"/>
          </ac:spMkLst>
        </pc:spChg>
        <pc:spChg chg="add mod">
          <ac:chgData name="Marion Sol" userId="8fc6c4da0649c2dd" providerId="LiveId" clId="{197809DC-2FD1-4A27-BBE3-8C197707ACC4}" dt="2024-11-07T09:41:33.757" v="3735" actId="790"/>
          <ac:spMkLst>
            <pc:docMk/>
            <pc:sldMk cId="1871517716" sldId="322"/>
            <ac:spMk id="41" creationId="{53B8D6B0-55D6-48DC-86D8-FD95D5F118AB}"/>
          </ac:spMkLst>
        </pc:spChg>
      </pc:sldChg>
      <pc:sldChg chg="addSp delSp modSp add mod modNotesTx">
        <pc:chgData name="Marion Sol" userId="8fc6c4da0649c2dd" providerId="LiveId" clId="{197809DC-2FD1-4A27-BBE3-8C197707ACC4}" dt="2024-11-07T10:19:06.044" v="3909" actId="313"/>
        <pc:sldMkLst>
          <pc:docMk/>
          <pc:sldMk cId="2614016488" sldId="323"/>
        </pc:sldMkLst>
        <pc:spChg chg="mod">
          <ac:chgData name="Marion Sol" userId="8fc6c4da0649c2dd" providerId="LiveId" clId="{197809DC-2FD1-4A27-BBE3-8C197707ACC4}" dt="2024-11-07T09:41:33.757" v="3735" actId="790"/>
          <ac:spMkLst>
            <pc:docMk/>
            <pc:sldMk cId="2614016488" sldId="323"/>
            <ac:spMk id="2" creationId="{1CC46C14-445C-ABEC-B5EC-05581C351F25}"/>
          </ac:spMkLst>
        </pc:spChg>
        <pc:spChg chg="mod">
          <ac:chgData name="Marion Sol" userId="8fc6c4da0649c2dd" providerId="LiveId" clId="{197809DC-2FD1-4A27-BBE3-8C197707ACC4}" dt="2024-11-07T10:19:06.044" v="3909" actId="313"/>
          <ac:spMkLst>
            <pc:docMk/>
            <pc:sldMk cId="2614016488" sldId="323"/>
            <ac:spMk id="3" creationId="{87286E50-FA5C-BF29-3305-47D4F0622D0C}"/>
          </ac:spMkLst>
        </pc:spChg>
        <pc:spChg chg="add mod">
          <ac:chgData name="Marion Sol" userId="8fc6c4da0649c2dd" providerId="LiveId" clId="{197809DC-2FD1-4A27-BBE3-8C197707ACC4}" dt="2024-11-07T09:41:33.757" v="3735" actId="790"/>
          <ac:spMkLst>
            <pc:docMk/>
            <pc:sldMk cId="2614016488" sldId="323"/>
            <ac:spMk id="23" creationId="{7D379150-F6B4-45C8-BE10-6B278AD400EB}"/>
          </ac:spMkLst>
        </pc:spChg>
        <pc:spChg chg="add mod">
          <ac:chgData name="Marion Sol" userId="8fc6c4da0649c2dd" providerId="LiveId" clId="{197809DC-2FD1-4A27-BBE3-8C197707ACC4}" dt="2024-11-07T09:41:33.757" v="3735" actId="790"/>
          <ac:spMkLst>
            <pc:docMk/>
            <pc:sldMk cId="2614016488" sldId="323"/>
            <ac:spMk id="25" creationId="{5FFCF544-A370-4A5D-A95F-CA6E0E7191E6}"/>
          </ac:spMkLst>
        </pc:spChg>
        <pc:spChg chg="add mod">
          <ac:chgData name="Marion Sol" userId="8fc6c4da0649c2dd" providerId="LiveId" clId="{197809DC-2FD1-4A27-BBE3-8C197707ACC4}" dt="2024-11-07T09:41:33.757" v="3735" actId="790"/>
          <ac:spMkLst>
            <pc:docMk/>
            <pc:sldMk cId="2614016488" sldId="323"/>
            <ac:spMk id="29" creationId="{44CC594A-A820-450F-B363-C19201FCFEC6}"/>
          </ac:spMkLst>
        </pc:spChg>
        <pc:spChg chg="add mod">
          <ac:chgData name="Marion Sol" userId="8fc6c4da0649c2dd" providerId="LiveId" clId="{197809DC-2FD1-4A27-BBE3-8C197707ACC4}" dt="2024-11-07T09:41:33.757" v="3735" actId="790"/>
          <ac:spMkLst>
            <pc:docMk/>
            <pc:sldMk cId="2614016488" sldId="323"/>
            <ac:spMk id="31" creationId="{59FAB3DA-E9ED-4574-ABCC-378BC0FF1BBC}"/>
          </ac:spMkLst>
        </pc:spChg>
        <pc:spChg chg="add mod">
          <ac:chgData name="Marion Sol" userId="8fc6c4da0649c2dd" providerId="LiveId" clId="{197809DC-2FD1-4A27-BBE3-8C197707ACC4}" dt="2024-11-07T09:41:33.757" v="3735" actId="790"/>
          <ac:spMkLst>
            <pc:docMk/>
            <pc:sldMk cId="2614016488" sldId="323"/>
            <ac:spMk id="33" creationId="{53B8D6B0-55D6-48DC-86D8-FD95D5F118AB}"/>
          </ac:spMkLst>
        </pc:spChg>
      </pc:sldChg>
      <pc:sldChg chg="addSp delSp modSp add mod modNotesTx">
        <pc:chgData name="Marion Sol" userId="8fc6c4da0649c2dd" providerId="LiveId" clId="{197809DC-2FD1-4A27-BBE3-8C197707ACC4}" dt="2024-11-08T12:03:28.750" v="5568" actId="20577"/>
        <pc:sldMkLst>
          <pc:docMk/>
          <pc:sldMk cId="3739465482" sldId="324"/>
        </pc:sldMkLst>
        <pc:spChg chg="mod">
          <ac:chgData name="Marion Sol" userId="8fc6c4da0649c2dd" providerId="LiveId" clId="{197809DC-2FD1-4A27-BBE3-8C197707ACC4}" dt="2024-11-07T09:41:33.757" v="3735" actId="790"/>
          <ac:spMkLst>
            <pc:docMk/>
            <pc:sldMk cId="3739465482" sldId="324"/>
            <ac:spMk id="2" creationId="{1CC46C14-445C-ABEC-B5EC-05581C351F25}"/>
          </ac:spMkLst>
        </pc:spChg>
        <pc:spChg chg="mod">
          <ac:chgData name="Marion Sol" userId="8fc6c4da0649c2dd" providerId="LiveId" clId="{197809DC-2FD1-4A27-BBE3-8C197707ACC4}" dt="2024-11-08T10:06:39.055" v="4023" actId="1076"/>
          <ac:spMkLst>
            <pc:docMk/>
            <pc:sldMk cId="3739465482" sldId="324"/>
            <ac:spMk id="3" creationId="{87286E50-FA5C-BF29-3305-47D4F0622D0C}"/>
          </ac:spMkLst>
        </pc:spChg>
        <pc:spChg chg="mod">
          <ac:chgData name="Marion Sol" userId="8fc6c4da0649c2dd" providerId="LiveId" clId="{197809DC-2FD1-4A27-BBE3-8C197707ACC4}" dt="2024-11-07T09:41:33.757" v="3735" actId="790"/>
          <ac:spMkLst>
            <pc:docMk/>
            <pc:sldMk cId="3739465482" sldId="324"/>
            <ac:spMk id="23" creationId="{7D379150-F6B4-45C8-BE10-6B278AD400EB}"/>
          </ac:spMkLst>
        </pc:spChg>
        <pc:spChg chg="mod">
          <ac:chgData name="Marion Sol" userId="8fc6c4da0649c2dd" providerId="LiveId" clId="{197809DC-2FD1-4A27-BBE3-8C197707ACC4}" dt="2024-11-07T09:41:33.757" v="3735" actId="790"/>
          <ac:spMkLst>
            <pc:docMk/>
            <pc:sldMk cId="3739465482" sldId="324"/>
            <ac:spMk id="25" creationId="{5FFCF544-A370-4A5D-A95F-CA6E0E7191E6}"/>
          </ac:spMkLst>
        </pc:spChg>
        <pc:spChg chg="mod">
          <ac:chgData name="Marion Sol" userId="8fc6c4da0649c2dd" providerId="LiveId" clId="{197809DC-2FD1-4A27-BBE3-8C197707ACC4}" dt="2024-11-07T09:41:33.757" v="3735" actId="790"/>
          <ac:spMkLst>
            <pc:docMk/>
            <pc:sldMk cId="3739465482" sldId="324"/>
            <ac:spMk id="29" creationId="{44CC594A-A820-450F-B363-C19201FCFEC6}"/>
          </ac:spMkLst>
        </pc:spChg>
        <pc:spChg chg="mod">
          <ac:chgData name="Marion Sol" userId="8fc6c4da0649c2dd" providerId="LiveId" clId="{197809DC-2FD1-4A27-BBE3-8C197707ACC4}" dt="2024-11-07T09:41:33.757" v="3735" actId="790"/>
          <ac:spMkLst>
            <pc:docMk/>
            <pc:sldMk cId="3739465482" sldId="324"/>
            <ac:spMk id="31" creationId="{59FAB3DA-E9ED-4574-ABCC-378BC0FF1BBC}"/>
          </ac:spMkLst>
        </pc:spChg>
        <pc:spChg chg="mod">
          <ac:chgData name="Marion Sol" userId="8fc6c4da0649c2dd" providerId="LiveId" clId="{197809DC-2FD1-4A27-BBE3-8C197707ACC4}" dt="2024-11-07T09:41:33.757" v="3735" actId="790"/>
          <ac:spMkLst>
            <pc:docMk/>
            <pc:sldMk cId="3739465482" sldId="324"/>
            <ac:spMk id="33" creationId="{53B8D6B0-55D6-48DC-86D8-FD95D5F118AB}"/>
          </ac:spMkLst>
        </pc:spChg>
      </pc:sldChg>
      <pc:sldChg chg="addSp delSp modSp add mod modNotesTx">
        <pc:chgData name="Marion Sol" userId="8fc6c4da0649c2dd" providerId="LiveId" clId="{197809DC-2FD1-4A27-BBE3-8C197707ACC4}" dt="2024-11-08T10:06:52.308" v="4024" actId="1076"/>
        <pc:sldMkLst>
          <pc:docMk/>
          <pc:sldMk cId="372350689" sldId="325"/>
        </pc:sldMkLst>
        <pc:spChg chg="mod">
          <ac:chgData name="Marion Sol" userId="8fc6c4da0649c2dd" providerId="LiveId" clId="{197809DC-2FD1-4A27-BBE3-8C197707ACC4}" dt="2024-11-07T09:41:33.757" v="3735" actId="790"/>
          <ac:spMkLst>
            <pc:docMk/>
            <pc:sldMk cId="372350689" sldId="325"/>
            <ac:spMk id="2" creationId="{1CC46C14-445C-ABEC-B5EC-05581C351F25}"/>
          </ac:spMkLst>
        </pc:spChg>
        <pc:spChg chg="mod">
          <ac:chgData name="Marion Sol" userId="8fc6c4da0649c2dd" providerId="LiveId" clId="{197809DC-2FD1-4A27-BBE3-8C197707ACC4}" dt="2024-11-08T10:06:52.308" v="4024" actId="1076"/>
          <ac:spMkLst>
            <pc:docMk/>
            <pc:sldMk cId="372350689" sldId="325"/>
            <ac:spMk id="3" creationId="{87286E50-FA5C-BF29-3305-47D4F0622D0C}"/>
          </ac:spMkLst>
        </pc:spChg>
        <pc:spChg chg="add mod">
          <ac:chgData name="Marion Sol" userId="8fc6c4da0649c2dd" providerId="LiveId" clId="{197809DC-2FD1-4A27-BBE3-8C197707ACC4}" dt="2024-11-07T09:41:33.757" v="3735" actId="790"/>
          <ac:spMkLst>
            <pc:docMk/>
            <pc:sldMk cId="372350689" sldId="325"/>
            <ac:spMk id="38" creationId="{7D379150-F6B4-45C8-BE10-6B278AD400EB}"/>
          </ac:spMkLst>
        </pc:spChg>
        <pc:spChg chg="add mod">
          <ac:chgData name="Marion Sol" userId="8fc6c4da0649c2dd" providerId="LiveId" clId="{197809DC-2FD1-4A27-BBE3-8C197707ACC4}" dt="2024-11-07T09:41:33.757" v="3735" actId="790"/>
          <ac:spMkLst>
            <pc:docMk/>
            <pc:sldMk cId="372350689" sldId="325"/>
            <ac:spMk id="40" creationId="{5FFCF544-A370-4A5D-A95F-CA6E0E7191E6}"/>
          </ac:spMkLst>
        </pc:spChg>
        <pc:spChg chg="add mod">
          <ac:chgData name="Marion Sol" userId="8fc6c4da0649c2dd" providerId="LiveId" clId="{197809DC-2FD1-4A27-BBE3-8C197707ACC4}" dt="2024-11-07T09:41:33.757" v="3735" actId="790"/>
          <ac:spMkLst>
            <pc:docMk/>
            <pc:sldMk cId="372350689" sldId="325"/>
            <ac:spMk id="44" creationId="{44CC594A-A820-450F-B363-C19201FCFEC6}"/>
          </ac:spMkLst>
        </pc:spChg>
        <pc:spChg chg="add mod">
          <ac:chgData name="Marion Sol" userId="8fc6c4da0649c2dd" providerId="LiveId" clId="{197809DC-2FD1-4A27-BBE3-8C197707ACC4}" dt="2024-11-07T09:41:33.757" v="3735" actId="790"/>
          <ac:spMkLst>
            <pc:docMk/>
            <pc:sldMk cId="372350689" sldId="325"/>
            <ac:spMk id="46" creationId="{59FAB3DA-E9ED-4574-ABCC-378BC0FF1BBC}"/>
          </ac:spMkLst>
        </pc:spChg>
        <pc:spChg chg="add mod">
          <ac:chgData name="Marion Sol" userId="8fc6c4da0649c2dd" providerId="LiveId" clId="{197809DC-2FD1-4A27-BBE3-8C197707ACC4}" dt="2024-11-07T09:41:33.757" v="3735" actId="790"/>
          <ac:spMkLst>
            <pc:docMk/>
            <pc:sldMk cId="372350689" sldId="325"/>
            <ac:spMk id="48" creationId="{53B8D6B0-55D6-48DC-86D8-FD95D5F118AB}"/>
          </ac:spMkLst>
        </pc:spChg>
      </pc:sldChg>
      <pc:sldChg chg="addSp delSp modSp add mod modAnim modNotesTx">
        <pc:chgData name="Marion Sol" userId="8fc6c4da0649c2dd" providerId="LiveId" clId="{197809DC-2FD1-4A27-BBE3-8C197707ACC4}" dt="2024-11-08T13:32:39.955" v="5844" actId="20577"/>
        <pc:sldMkLst>
          <pc:docMk/>
          <pc:sldMk cId="1896576238" sldId="326"/>
        </pc:sldMkLst>
      </pc:sldChg>
      <pc:sldChg chg="addSp delSp modSp add mod delAnim modAnim modNotesTx">
        <pc:chgData name="Marion Sol" userId="8fc6c4da0649c2dd" providerId="LiveId" clId="{197809DC-2FD1-4A27-BBE3-8C197707ACC4}" dt="2024-11-08T10:07:57.476" v="4028" actId="255"/>
        <pc:sldMkLst>
          <pc:docMk/>
          <pc:sldMk cId="1916144339" sldId="327"/>
        </pc:sldMkLst>
      </pc:sldChg>
      <pc:sldChg chg="addSp delSp modSp add mod delAnim modAnim modNotesTx">
        <pc:chgData name="Marion Sol" userId="8fc6c4da0649c2dd" providerId="LiveId" clId="{197809DC-2FD1-4A27-BBE3-8C197707ACC4}" dt="2024-11-08T10:09:02.216" v="4032" actId="255"/>
        <pc:sldMkLst>
          <pc:docMk/>
          <pc:sldMk cId="2820310530" sldId="328"/>
        </pc:sldMkLst>
        <pc:spChg chg="mod">
          <ac:chgData name="Marion Sol" userId="8fc6c4da0649c2dd" providerId="LiveId" clId="{197809DC-2FD1-4A27-BBE3-8C197707ACC4}" dt="2024-11-07T09:41:33.757" v="3735" actId="790"/>
          <ac:spMkLst>
            <pc:docMk/>
            <pc:sldMk cId="2820310530" sldId="328"/>
            <ac:spMk id="2" creationId="{1CC46C14-445C-ABEC-B5EC-05581C351F25}"/>
          </ac:spMkLst>
        </pc:spChg>
        <pc:spChg chg="mod">
          <ac:chgData name="Marion Sol" userId="8fc6c4da0649c2dd" providerId="LiveId" clId="{197809DC-2FD1-4A27-BBE3-8C197707ACC4}" dt="2024-11-08T10:09:02.216" v="4032" actId="255"/>
          <ac:spMkLst>
            <pc:docMk/>
            <pc:sldMk cId="2820310530" sldId="328"/>
            <ac:spMk id="3" creationId="{87286E50-FA5C-BF29-3305-47D4F0622D0C}"/>
          </ac:spMkLst>
        </pc:spChg>
        <pc:spChg chg="mod">
          <ac:chgData name="Marion Sol" userId="8fc6c4da0649c2dd" providerId="LiveId" clId="{197809DC-2FD1-4A27-BBE3-8C197707ACC4}" dt="2024-11-07T09:41:33.757" v="3735" actId="790"/>
          <ac:spMkLst>
            <pc:docMk/>
            <pc:sldMk cId="2820310530" sldId="328"/>
            <ac:spMk id="38" creationId="{7D379150-F6B4-45C8-BE10-6B278AD400EB}"/>
          </ac:spMkLst>
        </pc:spChg>
        <pc:spChg chg="mod">
          <ac:chgData name="Marion Sol" userId="8fc6c4da0649c2dd" providerId="LiveId" clId="{197809DC-2FD1-4A27-BBE3-8C197707ACC4}" dt="2024-11-07T09:41:33.757" v="3735" actId="790"/>
          <ac:spMkLst>
            <pc:docMk/>
            <pc:sldMk cId="2820310530" sldId="328"/>
            <ac:spMk id="40" creationId="{5FFCF544-A370-4A5D-A95F-CA6E0E7191E6}"/>
          </ac:spMkLst>
        </pc:spChg>
        <pc:spChg chg="mod">
          <ac:chgData name="Marion Sol" userId="8fc6c4da0649c2dd" providerId="LiveId" clId="{197809DC-2FD1-4A27-BBE3-8C197707ACC4}" dt="2024-11-07T09:41:33.757" v="3735" actId="790"/>
          <ac:spMkLst>
            <pc:docMk/>
            <pc:sldMk cId="2820310530" sldId="328"/>
            <ac:spMk id="44" creationId="{44CC594A-A820-450F-B363-C19201FCFEC6}"/>
          </ac:spMkLst>
        </pc:spChg>
        <pc:spChg chg="mod">
          <ac:chgData name="Marion Sol" userId="8fc6c4da0649c2dd" providerId="LiveId" clId="{197809DC-2FD1-4A27-BBE3-8C197707ACC4}" dt="2024-11-07T09:41:33.757" v="3735" actId="790"/>
          <ac:spMkLst>
            <pc:docMk/>
            <pc:sldMk cId="2820310530" sldId="328"/>
            <ac:spMk id="46" creationId="{59FAB3DA-E9ED-4574-ABCC-378BC0FF1BBC}"/>
          </ac:spMkLst>
        </pc:spChg>
        <pc:spChg chg="mod">
          <ac:chgData name="Marion Sol" userId="8fc6c4da0649c2dd" providerId="LiveId" clId="{197809DC-2FD1-4A27-BBE3-8C197707ACC4}" dt="2024-11-07T09:41:33.757" v="3735" actId="790"/>
          <ac:spMkLst>
            <pc:docMk/>
            <pc:sldMk cId="2820310530" sldId="328"/>
            <ac:spMk id="48" creationId="{53B8D6B0-55D6-48DC-86D8-FD95D5F118AB}"/>
          </ac:spMkLst>
        </pc:spChg>
      </pc:sldChg>
      <pc:sldChg chg="addSp delSp modSp add mod addAnim delAnim modAnim modNotesTx">
        <pc:chgData name="Marion Sol" userId="8fc6c4da0649c2dd" providerId="LiveId" clId="{197809DC-2FD1-4A27-BBE3-8C197707ACC4}" dt="2024-11-08T12:19:11.251" v="5618" actId="12"/>
        <pc:sldMkLst>
          <pc:docMk/>
          <pc:sldMk cId="266038085" sldId="329"/>
        </pc:sldMkLst>
        <pc:spChg chg="add del mod">
          <ac:chgData name="Marion Sol" userId="8fc6c4da0649c2dd" providerId="LiveId" clId="{197809DC-2FD1-4A27-BBE3-8C197707ACC4}" dt="2024-11-07T09:41:33.757" v="3735" actId="790"/>
          <ac:spMkLst>
            <pc:docMk/>
            <pc:sldMk cId="266038085" sldId="329"/>
            <ac:spMk id="2" creationId="{1CC46C14-445C-ABEC-B5EC-05581C351F25}"/>
          </ac:spMkLst>
        </pc:spChg>
        <pc:spChg chg="add del mod">
          <ac:chgData name="Marion Sol" userId="8fc6c4da0649c2dd" providerId="LiveId" clId="{197809DC-2FD1-4A27-BBE3-8C197707ACC4}" dt="2024-11-08T12:19:11.251" v="5618" actId="12"/>
          <ac:spMkLst>
            <pc:docMk/>
            <pc:sldMk cId="266038085" sldId="329"/>
            <ac:spMk id="3" creationId="{87286E50-FA5C-BF29-3305-47D4F0622D0C}"/>
          </ac:spMkLst>
        </pc:spChg>
        <pc:spChg chg="add del mod">
          <ac:chgData name="Marion Sol" userId="8fc6c4da0649c2dd" providerId="LiveId" clId="{197809DC-2FD1-4A27-BBE3-8C197707ACC4}" dt="2024-11-07T09:41:33.757" v="3735" actId="790"/>
          <ac:spMkLst>
            <pc:docMk/>
            <pc:sldMk cId="266038085" sldId="329"/>
            <ac:spMk id="38" creationId="{7D379150-F6B4-45C8-BE10-6B278AD400EB}"/>
          </ac:spMkLst>
        </pc:spChg>
        <pc:spChg chg="add del mod">
          <ac:chgData name="Marion Sol" userId="8fc6c4da0649c2dd" providerId="LiveId" clId="{197809DC-2FD1-4A27-BBE3-8C197707ACC4}" dt="2024-11-07T09:41:33.757" v="3735" actId="790"/>
          <ac:spMkLst>
            <pc:docMk/>
            <pc:sldMk cId="266038085" sldId="329"/>
            <ac:spMk id="40" creationId="{5FFCF544-A370-4A5D-A95F-CA6E0E7191E6}"/>
          </ac:spMkLst>
        </pc:spChg>
        <pc:spChg chg="add del mod">
          <ac:chgData name="Marion Sol" userId="8fc6c4da0649c2dd" providerId="LiveId" clId="{197809DC-2FD1-4A27-BBE3-8C197707ACC4}" dt="2024-11-07T09:41:33.757" v="3735" actId="790"/>
          <ac:spMkLst>
            <pc:docMk/>
            <pc:sldMk cId="266038085" sldId="329"/>
            <ac:spMk id="44" creationId="{44CC594A-A820-450F-B363-C19201FCFEC6}"/>
          </ac:spMkLst>
        </pc:spChg>
        <pc:spChg chg="add del mod">
          <ac:chgData name="Marion Sol" userId="8fc6c4da0649c2dd" providerId="LiveId" clId="{197809DC-2FD1-4A27-BBE3-8C197707ACC4}" dt="2024-11-07T09:41:33.757" v="3735" actId="790"/>
          <ac:spMkLst>
            <pc:docMk/>
            <pc:sldMk cId="266038085" sldId="329"/>
            <ac:spMk id="46" creationId="{59FAB3DA-E9ED-4574-ABCC-378BC0FF1BBC}"/>
          </ac:spMkLst>
        </pc:spChg>
        <pc:spChg chg="add del mod">
          <ac:chgData name="Marion Sol" userId="8fc6c4da0649c2dd" providerId="LiveId" clId="{197809DC-2FD1-4A27-BBE3-8C197707ACC4}" dt="2024-11-07T09:41:33.757" v="3735" actId="790"/>
          <ac:spMkLst>
            <pc:docMk/>
            <pc:sldMk cId="266038085" sldId="329"/>
            <ac:spMk id="48" creationId="{53B8D6B0-55D6-48DC-86D8-FD95D5F118AB}"/>
          </ac:spMkLst>
        </pc:spChg>
      </pc:sldChg>
      <pc:sldChg chg="addSp delSp modSp add mod modNotesTx">
        <pc:chgData name="Marion Sol" userId="8fc6c4da0649c2dd" providerId="LiveId" clId="{197809DC-2FD1-4A27-BBE3-8C197707ACC4}" dt="2024-11-08T14:04:37.815" v="6023" actId="20577"/>
        <pc:sldMkLst>
          <pc:docMk/>
          <pc:sldMk cId="1975471007" sldId="330"/>
        </pc:sldMkLst>
        <pc:spChg chg="mod">
          <ac:chgData name="Marion Sol" userId="8fc6c4da0649c2dd" providerId="LiveId" clId="{197809DC-2FD1-4A27-BBE3-8C197707ACC4}" dt="2024-11-07T09:41:33.757" v="3735" actId="790"/>
          <ac:spMkLst>
            <pc:docMk/>
            <pc:sldMk cId="1975471007" sldId="330"/>
            <ac:spMk id="2" creationId="{1CC46C14-445C-ABEC-B5EC-05581C351F25}"/>
          </ac:spMkLst>
        </pc:spChg>
        <pc:spChg chg="mod">
          <ac:chgData name="Marion Sol" userId="8fc6c4da0649c2dd" providerId="LiveId" clId="{197809DC-2FD1-4A27-BBE3-8C197707ACC4}" dt="2024-11-08T12:20:21.795" v="5622" actId="12"/>
          <ac:spMkLst>
            <pc:docMk/>
            <pc:sldMk cId="1975471007" sldId="330"/>
            <ac:spMk id="3" creationId="{87286E50-FA5C-BF29-3305-47D4F0622D0C}"/>
          </ac:spMkLst>
        </pc:spChg>
        <pc:spChg chg="mod">
          <ac:chgData name="Marion Sol" userId="8fc6c4da0649c2dd" providerId="LiveId" clId="{197809DC-2FD1-4A27-BBE3-8C197707ACC4}" dt="2024-11-07T09:41:33.757" v="3735" actId="790"/>
          <ac:spMkLst>
            <pc:docMk/>
            <pc:sldMk cId="1975471007" sldId="330"/>
            <ac:spMk id="38" creationId="{7D379150-F6B4-45C8-BE10-6B278AD400EB}"/>
          </ac:spMkLst>
        </pc:spChg>
        <pc:spChg chg="mod">
          <ac:chgData name="Marion Sol" userId="8fc6c4da0649c2dd" providerId="LiveId" clId="{197809DC-2FD1-4A27-BBE3-8C197707ACC4}" dt="2024-11-07T09:41:33.757" v="3735" actId="790"/>
          <ac:spMkLst>
            <pc:docMk/>
            <pc:sldMk cId="1975471007" sldId="330"/>
            <ac:spMk id="40" creationId="{5FFCF544-A370-4A5D-A95F-CA6E0E7191E6}"/>
          </ac:spMkLst>
        </pc:spChg>
        <pc:spChg chg="mod">
          <ac:chgData name="Marion Sol" userId="8fc6c4da0649c2dd" providerId="LiveId" clId="{197809DC-2FD1-4A27-BBE3-8C197707ACC4}" dt="2024-11-07T09:41:33.757" v="3735" actId="790"/>
          <ac:spMkLst>
            <pc:docMk/>
            <pc:sldMk cId="1975471007" sldId="330"/>
            <ac:spMk id="44" creationId="{44CC594A-A820-450F-B363-C19201FCFEC6}"/>
          </ac:spMkLst>
        </pc:spChg>
        <pc:spChg chg="mod">
          <ac:chgData name="Marion Sol" userId="8fc6c4da0649c2dd" providerId="LiveId" clId="{197809DC-2FD1-4A27-BBE3-8C197707ACC4}" dt="2024-11-07T09:41:33.757" v="3735" actId="790"/>
          <ac:spMkLst>
            <pc:docMk/>
            <pc:sldMk cId="1975471007" sldId="330"/>
            <ac:spMk id="46" creationId="{59FAB3DA-E9ED-4574-ABCC-378BC0FF1BBC}"/>
          </ac:spMkLst>
        </pc:spChg>
        <pc:spChg chg="mod">
          <ac:chgData name="Marion Sol" userId="8fc6c4da0649c2dd" providerId="LiveId" clId="{197809DC-2FD1-4A27-BBE3-8C197707ACC4}" dt="2024-11-07T09:41:33.757" v="3735" actId="790"/>
          <ac:spMkLst>
            <pc:docMk/>
            <pc:sldMk cId="1975471007" sldId="330"/>
            <ac:spMk id="48" creationId="{53B8D6B0-55D6-48DC-86D8-FD95D5F118AB}"/>
          </ac:spMkLst>
        </pc:spChg>
      </pc:sldChg>
      <pc:sldChg chg="addSp delSp modSp add mod modAnim modNotesTx">
        <pc:chgData name="Marion Sol" userId="8fc6c4da0649c2dd" providerId="LiveId" clId="{197809DC-2FD1-4A27-BBE3-8C197707ACC4}" dt="2024-11-08T14:02:04.004" v="6000" actId="21"/>
        <pc:sldMkLst>
          <pc:docMk/>
          <pc:sldMk cId="2190676379" sldId="331"/>
        </pc:sldMkLst>
        <pc:spChg chg="mod">
          <ac:chgData name="Marion Sol" userId="8fc6c4da0649c2dd" providerId="LiveId" clId="{197809DC-2FD1-4A27-BBE3-8C197707ACC4}" dt="2024-11-07T09:41:33.757" v="3735" actId="790"/>
          <ac:spMkLst>
            <pc:docMk/>
            <pc:sldMk cId="2190676379" sldId="331"/>
            <ac:spMk id="2" creationId="{1CC46C14-445C-ABEC-B5EC-05581C351F25}"/>
          </ac:spMkLst>
        </pc:spChg>
        <pc:spChg chg="mod">
          <ac:chgData name="Marion Sol" userId="8fc6c4da0649c2dd" providerId="LiveId" clId="{197809DC-2FD1-4A27-BBE3-8C197707ACC4}" dt="2024-11-08T12:21:55.419" v="5633" actId="12"/>
          <ac:spMkLst>
            <pc:docMk/>
            <pc:sldMk cId="2190676379" sldId="331"/>
            <ac:spMk id="3" creationId="{87286E50-FA5C-BF29-3305-47D4F0622D0C}"/>
          </ac:spMkLst>
        </pc:spChg>
        <pc:spChg chg="mod">
          <ac:chgData name="Marion Sol" userId="8fc6c4da0649c2dd" providerId="LiveId" clId="{197809DC-2FD1-4A27-BBE3-8C197707ACC4}" dt="2024-11-07T09:41:33.757" v="3735" actId="790"/>
          <ac:spMkLst>
            <pc:docMk/>
            <pc:sldMk cId="2190676379" sldId="331"/>
            <ac:spMk id="38" creationId="{7D379150-F6B4-45C8-BE10-6B278AD400EB}"/>
          </ac:spMkLst>
        </pc:spChg>
        <pc:spChg chg="mod">
          <ac:chgData name="Marion Sol" userId="8fc6c4da0649c2dd" providerId="LiveId" clId="{197809DC-2FD1-4A27-BBE3-8C197707ACC4}" dt="2024-11-07T09:41:33.757" v="3735" actId="790"/>
          <ac:spMkLst>
            <pc:docMk/>
            <pc:sldMk cId="2190676379" sldId="331"/>
            <ac:spMk id="40" creationId="{5FFCF544-A370-4A5D-A95F-CA6E0E7191E6}"/>
          </ac:spMkLst>
        </pc:spChg>
        <pc:spChg chg="mod">
          <ac:chgData name="Marion Sol" userId="8fc6c4da0649c2dd" providerId="LiveId" clId="{197809DC-2FD1-4A27-BBE3-8C197707ACC4}" dt="2024-11-07T09:41:33.757" v="3735" actId="790"/>
          <ac:spMkLst>
            <pc:docMk/>
            <pc:sldMk cId="2190676379" sldId="331"/>
            <ac:spMk id="44" creationId="{44CC594A-A820-450F-B363-C19201FCFEC6}"/>
          </ac:spMkLst>
        </pc:spChg>
        <pc:spChg chg="mod">
          <ac:chgData name="Marion Sol" userId="8fc6c4da0649c2dd" providerId="LiveId" clId="{197809DC-2FD1-4A27-BBE3-8C197707ACC4}" dt="2024-11-07T09:41:33.757" v="3735" actId="790"/>
          <ac:spMkLst>
            <pc:docMk/>
            <pc:sldMk cId="2190676379" sldId="331"/>
            <ac:spMk id="46" creationId="{59FAB3DA-E9ED-4574-ABCC-378BC0FF1BBC}"/>
          </ac:spMkLst>
        </pc:spChg>
        <pc:spChg chg="mod">
          <ac:chgData name="Marion Sol" userId="8fc6c4da0649c2dd" providerId="LiveId" clId="{197809DC-2FD1-4A27-BBE3-8C197707ACC4}" dt="2024-11-07T09:41:33.757" v="3735" actId="790"/>
          <ac:spMkLst>
            <pc:docMk/>
            <pc:sldMk cId="2190676379" sldId="331"/>
            <ac:spMk id="48" creationId="{53B8D6B0-55D6-48DC-86D8-FD95D5F118AB}"/>
          </ac:spMkLst>
        </pc:spChg>
      </pc:sldChg>
      <pc:sldChg chg="modSp add mod modNotesTx">
        <pc:chgData name="Marion Sol" userId="8fc6c4da0649c2dd" providerId="LiveId" clId="{197809DC-2FD1-4A27-BBE3-8C197707ACC4}" dt="2024-11-08T11:47:57.830" v="5232" actId="313"/>
        <pc:sldMkLst>
          <pc:docMk/>
          <pc:sldMk cId="4166615353" sldId="332"/>
        </pc:sldMkLst>
        <pc:spChg chg="mod">
          <ac:chgData name="Marion Sol" userId="8fc6c4da0649c2dd" providerId="LiveId" clId="{197809DC-2FD1-4A27-BBE3-8C197707ACC4}" dt="2024-11-07T09:41:33.757" v="3735" actId="790"/>
          <ac:spMkLst>
            <pc:docMk/>
            <pc:sldMk cId="4166615353" sldId="332"/>
            <ac:spMk id="2" creationId="{1CC46C14-445C-ABEC-B5EC-05581C351F25}"/>
          </ac:spMkLst>
        </pc:spChg>
      </pc:sldChg>
      <pc:sldChg chg="addSp modSp add mod">
        <pc:chgData name="Marion Sol" userId="8fc6c4da0649c2dd" providerId="LiveId" clId="{197809DC-2FD1-4A27-BBE3-8C197707ACC4}" dt="2024-11-08T12:23:14.127" v="5635" actId="1076"/>
        <pc:sldMkLst>
          <pc:docMk/>
          <pc:sldMk cId="467904227" sldId="333"/>
        </pc:sldMkLst>
        <pc:spChg chg="mod">
          <ac:chgData name="Marion Sol" userId="8fc6c4da0649c2dd" providerId="LiveId" clId="{197809DC-2FD1-4A27-BBE3-8C197707ACC4}" dt="2024-11-08T10:16:35.055" v="4072" actId="27636"/>
          <ac:spMkLst>
            <pc:docMk/>
            <pc:sldMk cId="467904227" sldId="333"/>
            <ac:spMk id="3" creationId="{87286E50-FA5C-BF29-3305-47D4F0622D0C}"/>
          </ac:spMkLst>
        </pc:spChg>
        <pc:picChg chg="add mod">
          <ac:chgData name="Marion Sol" userId="8fc6c4da0649c2dd" providerId="LiveId" clId="{197809DC-2FD1-4A27-BBE3-8C197707ACC4}" dt="2024-11-08T12:23:14.127" v="5635" actId="1076"/>
          <ac:picMkLst>
            <pc:docMk/>
            <pc:sldMk cId="467904227" sldId="333"/>
            <ac:picMk id="5" creationId="{AD873366-4501-FBCD-10D6-944991AAF9C2}"/>
          </ac:picMkLst>
        </pc:picChg>
      </pc:sldChg>
      <pc:sldChg chg="addSp new mod">
        <pc:chgData name="Marion Sol" userId="8fc6c4da0649c2dd" providerId="LiveId" clId="{197809DC-2FD1-4A27-BBE3-8C197707ACC4}" dt="2024-11-08T10:17:18.996" v="4074" actId="22"/>
        <pc:sldMkLst>
          <pc:docMk/>
          <pc:sldMk cId="1486914526" sldId="334"/>
        </pc:sldMkLst>
      </pc:sldChg>
      <pc:sldChg chg="addSp delSp modSp add mod modAnim">
        <pc:chgData name="Marion Sol" userId="8fc6c4da0649c2dd" providerId="LiveId" clId="{197809DC-2FD1-4A27-BBE3-8C197707ACC4}" dt="2024-11-08T14:07:04.607" v="6034" actId="313"/>
        <pc:sldMkLst>
          <pc:docMk/>
          <pc:sldMk cId="2051964485" sldId="335"/>
        </pc:sldMkLst>
        <pc:spChg chg="mod">
          <ac:chgData name="Marion Sol" userId="8fc6c4da0649c2dd" providerId="LiveId" clId="{197809DC-2FD1-4A27-BBE3-8C197707ACC4}" dt="2024-11-08T10:26:14.680" v="4249" actId="1076"/>
          <ac:spMkLst>
            <pc:docMk/>
            <pc:sldMk cId="2051964485" sldId="335"/>
            <ac:spMk id="2" creationId="{1CC46C14-445C-ABEC-B5EC-05581C351F25}"/>
          </ac:spMkLst>
        </pc:spChg>
        <pc:spChg chg="mod">
          <ac:chgData name="Marion Sol" userId="8fc6c4da0649c2dd" providerId="LiveId" clId="{197809DC-2FD1-4A27-BBE3-8C197707ACC4}" dt="2024-11-08T14:07:04.607" v="6034" actId="313"/>
          <ac:spMkLst>
            <pc:docMk/>
            <pc:sldMk cId="2051964485" sldId="335"/>
            <ac:spMk id="3" creationId="{87286E50-FA5C-BF29-3305-47D4F0622D0C}"/>
          </ac:spMkLst>
        </pc:spChg>
        <pc:picChg chg="add mod">
          <ac:chgData name="Marion Sol" userId="8fc6c4da0649c2dd" providerId="LiveId" clId="{197809DC-2FD1-4A27-BBE3-8C197707ACC4}" dt="2024-11-08T10:26:09.793" v="4248" actId="1076"/>
          <ac:picMkLst>
            <pc:docMk/>
            <pc:sldMk cId="2051964485" sldId="335"/>
            <ac:picMk id="8" creationId="{8EF62FCB-F487-9DF8-7328-7EE402807084}"/>
          </ac:picMkLst>
        </pc:picChg>
      </pc:sldChg>
      <pc:sldChg chg="addSp delSp modSp add mod delAnim modAnim">
        <pc:chgData name="Marion Sol" userId="8fc6c4da0649c2dd" providerId="LiveId" clId="{197809DC-2FD1-4A27-BBE3-8C197707ACC4}" dt="2024-11-11T10:19:17.303" v="6186"/>
        <pc:sldMkLst>
          <pc:docMk/>
          <pc:sldMk cId="727172265" sldId="336"/>
        </pc:sldMkLst>
        <pc:spChg chg="mod">
          <ac:chgData name="Marion Sol" userId="8fc6c4da0649c2dd" providerId="LiveId" clId="{197809DC-2FD1-4A27-BBE3-8C197707ACC4}" dt="2024-11-08T10:29:47.260" v="4336" actId="1076"/>
          <ac:spMkLst>
            <pc:docMk/>
            <pc:sldMk cId="727172265" sldId="336"/>
            <ac:spMk id="2" creationId="{1CC46C14-445C-ABEC-B5EC-05581C351F25}"/>
          </ac:spMkLst>
        </pc:spChg>
        <pc:spChg chg="mod">
          <ac:chgData name="Marion Sol" userId="8fc6c4da0649c2dd" providerId="LiveId" clId="{197809DC-2FD1-4A27-BBE3-8C197707ACC4}" dt="2024-11-11T10:19:17.303" v="6186"/>
          <ac:spMkLst>
            <pc:docMk/>
            <pc:sldMk cId="727172265" sldId="336"/>
            <ac:spMk id="3" creationId="{87286E50-FA5C-BF29-3305-47D4F0622D0C}"/>
          </ac:spMkLst>
        </pc:spChg>
        <pc:picChg chg="add mod">
          <ac:chgData name="Marion Sol" userId="8fc6c4da0649c2dd" providerId="LiveId" clId="{197809DC-2FD1-4A27-BBE3-8C197707ACC4}" dt="2024-11-11T10:16:55.888" v="6131" actId="1076"/>
          <ac:picMkLst>
            <pc:docMk/>
            <pc:sldMk cId="727172265" sldId="336"/>
            <ac:picMk id="6" creationId="{BE42FB72-2119-3CE5-1E85-29A40C356ED6}"/>
          </ac:picMkLst>
        </pc:picChg>
      </pc:sldChg>
      <pc:sldChg chg="addSp delSp modSp add del mod ord">
        <pc:chgData name="Marion Sol" userId="8fc6c4da0649c2dd" providerId="LiveId" clId="{197809DC-2FD1-4A27-BBE3-8C197707ACC4}" dt="2024-11-11T10:18:12.079" v="6145" actId="47"/>
        <pc:sldMkLst>
          <pc:docMk/>
          <pc:sldMk cId="2347071577" sldId="337"/>
        </pc:sldMkLst>
      </pc:sldChg>
      <pc:sldChg chg="addSp delSp modSp add del mod">
        <pc:chgData name="Marion Sol" userId="8fc6c4da0649c2dd" providerId="LiveId" clId="{197809DC-2FD1-4A27-BBE3-8C197707ACC4}" dt="2024-11-08T14:10:13.022" v="6045" actId="12"/>
        <pc:sldMkLst>
          <pc:docMk/>
          <pc:sldMk cId="3427905224" sldId="338"/>
        </pc:sldMkLst>
      </pc:sldChg>
      <pc:sldChg chg="delSp modSp add mod delAnim modAnim">
        <pc:chgData name="Marion Sol" userId="8fc6c4da0649c2dd" providerId="LiveId" clId="{197809DC-2FD1-4A27-BBE3-8C197707ACC4}" dt="2024-11-08T14:01:58.755" v="5999" actId="478"/>
        <pc:sldMkLst>
          <pc:docMk/>
          <pc:sldMk cId="3552246199" sldId="339"/>
        </pc:sldMkLst>
      </pc:sldChg>
      <pc:sldChg chg="addSp delSp modSp add mod delAnim">
        <pc:chgData name="Marion Sol" userId="8fc6c4da0649c2dd" providerId="LiveId" clId="{197809DC-2FD1-4A27-BBE3-8C197707ACC4}" dt="2024-11-08T14:03:00.983" v="6018" actId="1076"/>
        <pc:sldMkLst>
          <pc:docMk/>
          <pc:sldMk cId="1807533478" sldId="340"/>
        </pc:sldMkLst>
      </pc:sldChg>
      <pc:sldChg chg="addSp delSp modSp add mod delAnim modAnim">
        <pc:chgData name="Marion Sol" userId="8fc6c4da0649c2dd" providerId="LiveId" clId="{197809DC-2FD1-4A27-BBE3-8C197707ACC4}" dt="2024-11-11T10:19:46.410" v="6192" actId="20577"/>
        <pc:sldMkLst>
          <pc:docMk/>
          <pc:sldMk cId="1281375011" sldId="341"/>
        </pc:sldMkLst>
        <pc:spChg chg="mod">
          <ac:chgData name="Marion Sol" userId="8fc6c4da0649c2dd" providerId="LiveId" clId="{197809DC-2FD1-4A27-BBE3-8C197707ACC4}" dt="2024-11-11T10:19:42.070" v="6190" actId="20577"/>
          <ac:spMkLst>
            <pc:docMk/>
            <pc:sldMk cId="1281375011" sldId="341"/>
            <ac:spMk id="3" creationId="{F616FB5F-9B06-052C-2BB7-6BED32871FAB}"/>
          </ac:spMkLst>
        </pc:spChg>
      </pc:sldChg>
      <pc:sldChg chg="addSp modSp new mod">
        <pc:chgData name="Marion Sol" userId="8fc6c4da0649c2dd" providerId="LiveId" clId="{197809DC-2FD1-4A27-BBE3-8C197707ACC4}" dt="2024-11-11T10:42:53.952" v="6769" actId="14100"/>
        <pc:sldMkLst>
          <pc:docMk/>
          <pc:sldMk cId="1501986704" sldId="342"/>
        </pc:sldMkLst>
        <pc:picChg chg="add mod">
          <ac:chgData name="Marion Sol" userId="8fc6c4da0649c2dd" providerId="LiveId" clId="{197809DC-2FD1-4A27-BBE3-8C197707ACC4}" dt="2024-11-11T10:40:49.158" v="6761" actId="14100"/>
          <ac:picMkLst>
            <pc:docMk/>
            <pc:sldMk cId="1501986704" sldId="342"/>
            <ac:picMk id="3" creationId="{383F55CA-FB70-4E36-ED01-6F0221BDB694}"/>
          </ac:picMkLst>
        </pc:picChg>
        <pc:picChg chg="add mod">
          <ac:chgData name="Marion Sol" userId="8fc6c4da0649c2dd" providerId="LiveId" clId="{197809DC-2FD1-4A27-BBE3-8C197707ACC4}" dt="2024-11-11T10:42:53.952" v="6769" actId="14100"/>
          <ac:picMkLst>
            <pc:docMk/>
            <pc:sldMk cId="1501986704" sldId="342"/>
            <ac:picMk id="5" creationId="{8153942D-3EC2-BB8A-85BF-3EBD6DA021A2}"/>
          </ac:picMkLst>
        </pc:picChg>
        <pc:picChg chg="add mod">
          <ac:chgData name="Marion Sol" userId="8fc6c4da0649c2dd" providerId="LiveId" clId="{197809DC-2FD1-4A27-BBE3-8C197707ACC4}" dt="2024-11-11T10:42:32.179" v="6765" actId="1076"/>
          <ac:picMkLst>
            <pc:docMk/>
            <pc:sldMk cId="1501986704" sldId="342"/>
            <ac:picMk id="7" creationId="{D8571E0D-6550-4E7A-1F0B-E4CFACD3D5EE}"/>
          </ac:picMkLst>
        </pc:pic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2CF69B-625B-427A-A826-FE1150A3AC2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1242CCAA-C4FC-4771-BCE4-0A9944D3BE2A}">
      <dgm:prSet/>
      <dgm:spPr/>
      <dgm:t>
        <a:bodyPr/>
        <a:lstStyle/>
        <a:p>
          <a:pPr>
            <a:lnSpc>
              <a:spcPct val="100000"/>
            </a:lnSpc>
          </a:pPr>
          <a:r>
            <a:rPr lang="fr-FR" b="1" noProof="0" dirty="0"/>
            <a:t>Introduction</a:t>
          </a:r>
          <a:endParaRPr lang="fr-FR" noProof="0" dirty="0"/>
        </a:p>
      </dgm:t>
    </dgm:pt>
    <dgm:pt modelId="{12CC08E2-1FC8-4984-A765-A3DD811E0B65}" type="parTrans" cxnId="{BCFB491B-2787-468A-987B-0666A20444D7}">
      <dgm:prSet/>
      <dgm:spPr/>
      <dgm:t>
        <a:bodyPr/>
        <a:lstStyle/>
        <a:p>
          <a:endParaRPr lang="en-US"/>
        </a:p>
      </dgm:t>
    </dgm:pt>
    <dgm:pt modelId="{42B5C94C-E844-438F-AA42-371E367A5309}" type="sibTrans" cxnId="{BCFB491B-2787-468A-987B-0666A20444D7}">
      <dgm:prSet/>
      <dgm:spPr/>
      <dgm:t>
        <a:bodyPr/>
        <a:lstStyle/>
        <a:p>
          <a:endParaRPr lang="en-US"/>
        </a:p>
      </dgm:t>
    </dgm:pt>
    <dgm:pt modelId="{9AD23F52-BB51-459E-B700-D823141643B9}">
      <dgm:prSet/>
      <dgm:spPr/>
      <dgm:t>
        <a:bodyPr/>
        <a:lstStyle/>
        <a:p>
          <a:pPr>
            <a:lnSpc>
              <a:spcPct val="100000"/>
            </a:lnSpc>
          </a:pPr>
          <a:r>
            <a:rPr lang="fr-FR" b="1" noProof="0" dirty="0"/>
            <a:t>Analyse Préliminaire des Données</a:t>
          </a:r>
          <a:endParaRPr lang="fr-FR" noProof="0" dirty="0"/>
        </a:p>
      </dgm:t>
    </dgm:pt>
    <dgm:pt modelId="{2E640933-EDED-4880-8D66-7D3653D0480A}" type="parTrans" cxnId="{1F38FFFF-90D3-41E2-86D0-5265A56BEFF6}">
      <dgm:prSet/>
      <dgm:spPr/>
      <dgm:t>
        <a:bodyPr/>
        <a:lstStyle/>
        <a:p>
          <a:endParaRPr lang="en-US"/>
        </a:p>
      </dgm:t>
    </dgm:pt>
    <dgm:pt modelId="{FA3335DD-0423-45B3-84D0-431107E25823}" type="sibTrans" cxnId="{1F38FFFF-90D3-41E2-86D0-5265A56BEFF6}">
      <dgm:prSet/>
      <dgm:spPr/>
      <dgm:t>
        <a:bodyPr/>
        <a:lstStyle/>
        <a:p>
          <a:endParaRPr lang="en-US"/>
        </a:p>
      </dgm:t>
    </dgm:pt>
    <dgm:pt modelId="{309EEE22-4E42-4DCE-91A2-08257B88D4ED}">
      <dgm:prSet/>
      <dgm:spPr/>
      <dgm:t>
        <a:bodyPr/>
        <a:lstStyle/>
        <a:p>
          <a:pPr>
            <a:lnSpc>
              <a:spcPct val="100000"/>
            </a:lnSpc>
          </a:pPr>
          <a:r>
            <a:rPr lang="fr-FR" noProof="0" dirty="0"/>
            <a:t>Machine Learning </a:t>
          </a:r>
        </a:p>
      </dgm:t>
    </dgm:pt>
    <dgm:pt modelId="{9227BF6B-F434-48DE-AE80-059A74E6843A}" type="parTrans" cxnId="{726FE692-EF51-410E-8CFF-74542D2FD989}">
      <dgm:prSet/>
      <dgm:spPr/>
      <dgm:t>
        <a:bodyPr/>
        <a:lstStyle/>
        <a:p>
          <a:endParaRPr lang="en-US"/>
        </a:p>
      </dgm:t>
    </dgm:pt>
    <dgm:pt modelId="{78827646-377E-44F0-AE32-4CC10500DF4E}" type="sibTrans" cxnId="{726FE692-EF51-410E-8CFF-74542D2FD989}">
      <dgm:prSet/>
      <dgm:spPr/>
      <dgm:t>
        <a:bodyPr/>
        <a:lstStyle/>
        <a:p>
          <a:endParaRPr lang="en-US"/>
        </a:p>
      </dgm:t>
    </dgm:pt>
    <dgm:pt modelId="{E5DD65C6-467C-4D95-AD40-5BB10A80F746}">
      <dgm:prSet/>
      <dgm:spPr/>
      <dgm:t>
        <a:bodyPr/>
        <a:lstStyle/>
        <a:p>
          <a:pPr>
            <a:lnSpc>
              <a:spcPct val="100000"/>
            </a:lnSpc>
          </a:pPr>
          <a:r>
            <a:rPr lang="fr-FR" b="1" noProof="0" dirty="0"/>
            <a:t>Résultats</a:t>
          </a:r>
          <a:endParaRPr lang="fr-FR" noProof="0" dirty="0"/>
        </a:p>
      </dgm:t>
    </dgm:pt>
    <dgm:pt modelId="{D247737F-8794-4804-ADF8-358C7954FACE}" type="parTrans" cxnId="{817B0DB7-6AD8-447B-93EA-032FAD7AC6B4}">
      <dgm:prSet/>
      <dgm:spPr/>
      <dgm:t>
        <a:bodyPr/>
        <a:lstStyle/>
        <a:p>
          <a:endParaRPr lang="en-US"/>
        </a:p>
      </dgm:t>
    </dgm:pt>
    <dgm:pt modelId="{ABCCAD4F-99B1-490C-B9DF-CDED531339E4}" type="sibTrans" cxnId="{817B0DB7-6AD8-447B-93EA-032FAD7AC6B4}">
      <dgm:prSet/>
      <dgm:spPr/>
      <dgm:t>
        <a:bodyPr/>
        <a:lstStyle/>
        <a:p>
          <a:endParaRPr lang="en-US"/>
        </a:p>
      </dgm:t>
    </dgm:pt>
    <dgm:pt modelId="{B48DE04E-A89A-46D7-82B7-2FB2782E3270}" type="pres">
      <dgm:prSet presAssocID="{622CF69B-625B-427A-A826-FE1150A3AC27}" presName="linear" presStyleCnt="0">
        <dgm:presLayoutVars>
          <dgm:dir/>
          <dgm:animLvl val="lvl"/>
          <dgm:resizeHandles val="exact"/>
        </dgm:presLayoutVars>
      </dgm:prSet>
      <dgm:spPr/>
    </dgm:pt>
    <dgm:pt modelId="{FD7225E5-613F-46D2-9FB4-26DD138211E1}" type="pres">
      <dgm:prSet presAssocID="{1242CCAA-C4FC-4771-BCE4-0A9944D3BE2A}" presName="parentLin" presStyleCnt="0"/>
      <dgm:spPr/>
    </dgm:pt>
    <dgm:pt modelId="{7555099B-49E3-4D86-A69A-B662B404FBFA}" type="pres">
      <dgm:prSet presAssocID="{1242CCAA-C4FC-4771-BCE4-0A9944D3BE2A}" presName="parentLeftMargin" presStyleLbl="node1" presStyleIdx="0" presStyleCnt="4"/>
      <dgm:spPr/>
    </dgm:pt>
    <dgm:pt modelId="{C5BBDAA7-D279-4B1B-B02A-1426D64D7342}" type="pres">
      <dgm:prSet presAssocID="{1242CCAA-C4FC-4771-BCE4-0A9944D3BE2A}" presName="parentText" presStyleLbl="node1" presStyleIdx="0" presStyleCnt="4">
        <dgm:presLayoutVars>
          <dgm:chMax val="0"/>
          <dgm:bulletEnabled val="1"/>
        </dgm:presLayoutVars>
      </dgm:prSet>
      <dgm:spPr/>
    </dgm:pt>
    <dgm:pt modelId="{0247D799-B99A-443E-868D-6A9C1DA8CFE3}" type="pres">
      <dgm:prSet presAssocID="{1242CCAA-C4FC-4771-BCE4-0A9944D3BE2A}" presName="negativeSpace" presStyleCnt="0"/>
      <dgm:spPr/>
    </dgm:pt>
    <dgm:pt modelId="{658ACF71-16BC-4653-8912-1BF16950739E}" type="pres">
      <dgm:prSet presAssocID="{1242CCAA-C4FC-4771-BCE4-0A9944D3BE2A}" presName="childText" presStyleLbl="conFgAcc1" presStyleIdx="0" presStyleCnt="4">
        <dgm:presLayoutVars>
          <dgm:bulletEnabled val="1"/>
        </dgm:presLayoutVars>
      </dgm:prSet>
      <dgm:spPr/>
    </dgm:pt>
    <dgm:pt modelId="{F624B19B-6508-4103-A302-9512E598B657}" type="pres">
      <dgm:prSet presAssocID="{42B5C94C-E844-438F-AA42-371E367A5309}" presName="spaceBetweenRectangles" presStyleCnt="0"/>
      <dgm:spPr/>
    </dgm:pt>
    <dgm:pt modelId="{91CB9622-F533-4824-A9E0-622D95992799}" type="pres">
      <dgm:prSet presAssocID="{9AD23F52-BB51-459E-B700-D823141643B9}" presName="parentLin" presStyleCnt="0"/>
      <dgm:spPr/>
    </dgm:pt>
    <dgm:pt modelId="{61987EAE-21ED-4CDD-A0AE-EFC424F2EFC3}" type="pres">
      <dgm:prSet presAssocID="{9AD23F52-BB51-459E-B700-D823141643B9}" presName="parentLeftMargin" presStyleLbl="node1" presStyleIdx="0" presStyleCnt="4"/>
      <dgm:spPr/>
    </dgm:pt>
    <dgm:pt modelId="{B647FD4D-4879-4E8B-AB3D-F06D560596B7}" type="pres">
      <dgm:prSet presAssocID="{9AD23F52-BB51-459E-B700-D823141643B9}" presName="parentText" presStyleLbl="node1" presStyleIdx="1" presStyleCnt="4">
        <dgm:presLayoutVars>
          <dgm:chMax val="0"/>
          <dgm:bulletEnabled val="1"/>
        </dgm:presLayoutVars>
      </dgm:prSet>
      <dgm:spPr/>
    </dgm:pt>
    <dgm:pt modelId="{DD258FB9-94E5-4BB4-A6D7-AB354748C40C}" type="pres">
      <dgm:prSet presAssocID="{9AD23F52-BB51-459E-B700-D823141643B9}" presName="negativeSpace" presStyleCnt="0"/>
      <dgm:spPr/>
    </dgm:pt>
    <dgm:pt modelId="{1BA07E82-DC47-42B9-84C7-77685A138E86}" type="pres">
      <dgm:prSet presAssocID="{9AD23F52-BB51-459E-B700-D823141643B9}" presName="childText" presStyleLbl="conFgAcc1" presStyleIdx="1" presStyleCnt="4">
        <dgm:presLayoutVars>
          <dgm:bulletEnabled val="1"/>
        </dgm:presLayoutVars>
      </dgm:prSet>
      <dgm:spPr/>
    </dgm:pt>
    <dgm:pt modelId="{C88FCC42-DC36-4990-9F8B-51E866644DFA}" type="pres">
      <dgm:prSet presAssocID="{FA3335DD-0423-45B3-84D0-431107E25823}" presName="spaceBetweenRectangles" presStyleCnt="0"/>
      <dgm:spPr/>
    </dgm:pt>
    <dgm:pt modelId="{F83756B7-B43E-47B8-A3EB-28112CB18ABD}" type="pres">
      <dgm:prSet presAssocID="{309EEE22-4E42-4DCE-91A2-08257B88D4ED}" presName="parentLin" presStyleCnt="0"/>
      <dgm:spPr/>
    </dgm:pt>
    <dgm:pt modelId="{EB80C6AF-7687-4F47-90BD-C899069EF9DC}" type="pres">
      <dgm:prSet presAssocID="{309EEE22-4E42-4DCE-91A2-08257B88D4ED}" presName="parentLeftMargin" presStyleLbl="node1" presStyleIdx="1" presStyleCnt="4"/>
      <dgm:spPr/>
    </dgm:pt>
    <dgm:pt modelId="{C147F46E-58D7-4DBE-88EA-38647445DF8E}" type="pres">
      <dgm:prSet presAssocID="{309EEE22-4E42-4DCE-91A2-08257B88D4ED}" presName="parentText" presStyleLbl="node1" presStyleIdx="2" presStyleCnt="4">
        <dgm:presLayoutVars>
          <dgm:chMax val="0"/>
          <dgm:bulletEnabled val="1"/>
        </dgm:presLayoutVars>
      </dgm:prSet>
      <dgm:spPr/>
    </dgm:pt>
    <dgm:pt modelId="{8099A865-3087-4ED6-AABC-DDBCAAF01405}" type="pres">
      <dgm:prSet presAssocID="{309EEE22-4E42-4DCE-91A2-08257B88D4ED}" presName="negativeSpace" presStyleCnt="0"/>
      <dgm:spPr/>
    </dgm:pt>
    <dgm:pt modelId="{BFF02838-6F47-4C1B-8613-7ECAF0435EC1}" type="pres">
      <dgm:prSet presAssocID="{309EEE22-4E42-4DCE-91A2-08257B88D4ED}" presName="childText" presStyleLbl="conFgAcc1" presStyleIdx="2" presStyleCnt="4">
        <dgm:presLayoutVars>
          <dgm:bulletEnabled val="1"/>
        </dgm:presLayoutVars>
      </dgm:prSet>
      <dgm:spPr/>
    </dgm:pt>
    <dgm:pt modelId="{2F1E3501-61B0-4A63-A6E7-BD069F30367A}" type="pres">
      <dgm:prSet presAssocID="{78827646-377E-44F0-AE32-4CC10500DF4E}" presName="spaceBetweenRectangles" presStyleCnt="0"/>
      <dgm:spPr/>
    </dgm:pt>
    <dgm:pt modelId="{330A2313-C885-4A34-A913-41FB79B0A7E5}" type="pres">
      <dgm:prSet presAssocID="{E5DD65C6-467C-4D95-AD40-5BB10A80F746}" presName="parentLin" presStyleCnt="0"/>
      <dgm:spPr/>
    </dgm:pt>
    <dgm:pt modelId="{04D1D47B-5B26-4F11-82E0-0F00A47B3B91}" type="pres">
      <dgm:prSet presAssocID="{E5DD65C6-467C-4D95-AD40-5BB10A80F746}" presName="parentLeftMargin" presStyleLbl="node1" presStyleIdx="2" presStyleCnt="4"/>
      <dgm:spPr/>
    </dgm:pt>
    <dgm:pt modelId="{A9BC5BDD-9A7F-483D-8057-4C610A9FB731}" type="pres">
      <dgm:prSet presAssocID="{E5DD65C6-467C-4D95-AD40-5BB10A80F746}" presName="parentText" presStyleLbl="node1" presStyleIdx="3" presStyleCnt="4">
        <dgm:presLayoutVars>
          <dgm:chMax val="0"/>
          <dgm:bulletEnabled val="1"/>
        </dgm:presLayoutVars>
      </dgm:prSet>
      <dgm:spPr/>
    </dgm:pt>
    <dgm:pt modelId="{D19F9902-B4F1-4594-999B-651AF8F4FC3F}" type="pres">
      <dgm:prSet presAssocID="{E5DD65C6-467C-4D95-AD40-5BB10A80F746}" presName="negativeSpace" presStyleCnt="0"/>
      <dgm:spPr/>
    </dgm:pt>
    <dgm:pt modelId="{D98DA01F-3018-42E9-A2EE-A1930DA7D31F}" type="pres">
      <dgm:prSet presAssocID="{E5DD65C6-467C-4D95-AD40-5BB10A80F746}" presName="childText" presStyleLbl="conFgAcc1" presStyleIdx="3" presStyleCnt="4">
        <dgm:presLayoutVars>
          <dgm:bulletEnabled val="1"/>
        </dgm:presLayoutVars>
      </dgm:prSet>
      <dgm:spPr/>
    </dgm:pt>
  </dgm:ptLst>
  <dgm:cxnLst>
    <dgm:cxn modelId="{2F802D0F-7F7C-4D4C-81E5-04B4FA5CD37F}" type="presOf" srcId="{1242CCAA-C4FC-4771-BCE4-0A9944D3BE2A}" destId="{C5BBDAA7-D279-4B1B-B02A-1426D64D7342}" srcOrd="1" destOrd="0" presId="urn:microsoft.com/office/officeart/2005/8/layout/list1"/>
    <dgm:cxn modelId="{BCFB491B-2787-468A-987B-0666A20444D7}" srcId="{622CF69B-625B-427A-A826-FE1150A3AC27}" destId="{1242CCAA-C4FC-4771-BCE4-0A9944D3BE2A}" srcOrd="0" destOrd="0" parTransId="{12CC08E2-1FC8-4984-A765-A3DD811E0B65}" sibTransId="{42B5C94C-E844-438F-AA42-371E367A5309}"/>
    <dgm:cxn modelId="{D8B9C664-BB20-4FFA-9328-C4C204365453}" type="presOf" srcId="{309EEE22-4E42-4DCE-91A2-08257B88D4ED}" destId="{C147F46E-58D7-4DBE-88EA-38647445DF8E}" srcOrd="1" destOrd="0" presId="urn:microsoft.com/office/officeart/2005/8/layout/list1"/>
    <dgm:cxn modelId="{726FE692-EF51-410E-8CFF-74542D2FD989}" srcId="{622CF69B-625B-427A-A826-FE1150A3AC27}" destId="{309EEE22-4E42-4DCE-91A2-08257B88D4ED}" srcOrd="2" destOrd="0" parTransId="{9227BF6B-F434-48DE-AE80-059A74E6843A}" sibTransId="{78827646-377E-44F0-AE32-4CC10500DF4E}"/>
    <dgm:cxn modelId="{4C8D6B96-456B-4531-8401-ACD7F295443E}" type="presOf" srcId="{9AD23F52-BB51-459E-B700-D823141643B9}" destId="{61987EAE-21ED-4CDD-A0AE-EFC424F2EFC3}" srcOrd="0" destOrd="0" presId="urn:microsoft.com/office/officeart/2005/8/layout/list1"/>
    <dgm:cxn modelId="{817B0DB7-6AD8-447B-93EA-032FAD7AC6B4}" srcId="{622CF69B-625B-427A-A826-FE1150A3AC27}" destId="{E5DD65C6-467C-4D95-AD40-5BB10A80F746}" srcOrd="3" destOrd="0" parTransId="{D247737F-8794-4804-ADF8-358C7954FACE}" sibTransId="{ABCCAD4F-99B1-490C-B9DF-CDED531339E4}"/>
    <dgm:cxn modelId="{6C249ABA-6289-478C-9E05-6FAC39CB4D48}" type="presOf" srcId="{9AD23F52-BB51-459E-B700-D823141643B9}" destId="{B647FD4D-4879-4E8B-AB3D-F06D560596B7}" srcOrd="1" destOrd="0" presId="urn:microsoft.com/office/officeart/2005/8/layout/list1"/>
    <dgm:cxn modelId="{F42930BB-498E-4E54-9F38-D007E7922CAF}" type="presOf" srcId="{E5DD65C6-467C-4D95-AD40-5BB10A80F746}" destId="{A9BC5BDD-9A7F-483D-8057-4C610A9FB731}" srcOrd="1" destOrd="0" presId="urn:microsoft.com/office/officeart/2005/8/layout/list1"/>
    <dgm:cxn modelId="{CEEC20BC-392F-4F72-95DA-CEB8104367E7}" type="presOf" srcId="{622CF69B-625B-427A-A826-FE1150A3AC27}" destId="{B48DE04E-A89A-46D7-82B7-2FB2782E3270}" srcOrd="0" destOrd="0" presId="urn:microsoft.com/office/officeart/2005/8/layout/list1"/>
    <dgm:cxn modelId="{015995C4-14BC-4346-8CB0-A2927AE4070A}" type="presOf" srcId="{1242CCAA-C4FC-4771-BCE4-0A9944D3BE2A}" destId="{7555099B-49E3-4D86-A69A-B662B404FBFA}" srcOrd="0" destOrd="0" presId="urn:microsoft.com/office/officeart/2005/8/layout/list1"/>
    <dgm:cxn modelId="{796D0ED5-4A59-44F8-89C8-57EA7D681879}" type="presOf" srcId="{309EEE22-4E42-4DCE-91A2-08257B88D4ED}" destId="{EB80C6AF-7687-4F47-90BD-C899069EF9DC}" srcOrd="0" destOrd="0" presId="urn:microsoft.com/office/officeart/2005/8/layout/list1"/>
    <dgm:cxn modelId="{A35BA3FF-0292-4D50-B46E-87C09EC67018}" type="presOf" srcId="{E5DD65C6-467C-4D95-AD40-5BB10A80F746}" destId="{04D1D47B-5B26-4F11-82E0-0F00A47B3B91}" srcOrd="0" destOrd="0" presId="urn:microsoft.com/office/officeart/2005/8/layout/list1"/>
    <dgm:cxn modelId="{1F38FFFF-90D3-41E2-86D0-5265A56BEFF6}" srcId="{622CF69B-625B-427A-A826-FE1150A3AC27}" destId="{9AD23F52-BB51-459E-B700-D823141643B9}" srcOrd="1" destOrd="0" parTransId="{2E640933-EDED-4880-8D66-7D3653D0480A}" sibTransId="{FA3335DD-0423-45B3-84D0-431107E25823}"/>
    <dgm:cxn modelId="{5C826916-E85A-4C1D-93CA-6F09948C3619}" type="presParOf" srcId="{B48DE04E-A89A-46D7-82B7-2FB2782E3270}" destId="{FD7225E5-613F-46D2-9FB4-26DD138211E1}" srcOrd="0" destOrd="0" presId="urn:microsoft.com/office/officeart/2005/8/layout/list1"/>
    <dgm:cxn modelId="{D7C9CDB3-F9ED-4480-9084-873F0BE6F590}" type="presParOf" srcId="{FD7225E5-613F-46D2-9FB4-26DD138211E1}" destId="{7555099B-49E3-4D86-A69A-B662B404FBFA}" srcOrd="0" destOrd="0" presId="urn:microsoft.com/office/officeart/2005/8/layout/list1"/>
    <dgm:cxn modelId="{DFDA46B7-B6B0-4C93-815E-935FDFBA3F6C}" type="presParOf" srcId="{FD7225E5-613F-46D2-9FB4-26DD138211E1}" destId="{C5BBDAA7-D279-4B1B-B02A-1426D64D7342}" srcOrd="1" destOrd="0" presId="urn:microsoft.com/office/officeart/2005/8/layout/list1"/>
    <dgm:cxn modelId="{C2CBF4DD-A4D1-49E9-9B7E-01CB01E0CA82}" type="presParOf" srcId="{B48DE04E-A89A-46D7-82B7-2FB2782E3270}" destId="{0247D799-B99A-443E-868D-6A9C1DA8CFE3}" srcOrd="1" destOrd="0" presId="urn:microsoft.com/office/officeart/2005/8/layout/list1"/>
    <dgm:cxn modelId="{CAD31930-CB54-49AA-BA74-3A4E463E4503}" type="presParOf" srcId="{B48DE04E-A89A-46D7-82B7-2FB2782E3270}" destId="{658ACF71-16BC-4653-8912-1BF16950739E}" srcOrd="2" destOrd="0" presId="urn:microsoft.com/office/officeart/2005/8/layout/list1"/>
    <dgm:cxn modelId="{97485EA0-D706-4AB4-9719-68583C74019A}" type="presParOf" srcId="{B48DE04E-A89A-46D7-82B7-2FB2782E3270}" destId="{F624B19B-6508-4103-A302-9512E598B657}" srcOrd="3" destOrd="0" presId="urn:microsoft.com/office/officeart/2005/8/layout/list1"/>
    <dgm:cxn modelId="{6CB68CD4-CA7D-406A-AC01-73B3EEFD312C}" type="presParOf" srcId="{B48DE04E-A89A-46D7-82B7-2FB2782E3270}" destId="{91CB9622-F533-4824-A9E0-622D95992799}" srcOrd="4" destOrd="0" presId="urn:microsoft.com/office/officeart/2005/8/layout/list1"/>
    <dgm:cxn modelId="{39D1FF27-C0B9-4C39-AB99-1ECC511BF9C2}" type="presParOf" srcId="{91CB9622-F533-4824-A9E0-622D95992799}" destId="{61987EAE-21ED-4CDD-A0AE-EFC424F2EFC3}" srcOrd="0" destOrd="0" presId="urn:microsoft.com/office/officeart/2005/8/layout/list1"/>
    <dgm:cxn modelId="{BA317A18-C2BF-4A8A-BEB1-EA0BBE3D3DC8}" type="presParOf" srcId="{91CB9622-F533-4824-A9E0-622D95992799}" destId="{B647FD4D-4879-4E8B-AB3D-F06D560596B7}" srcOrd="1" destOrd="0" presId="urn:microsoft.com/office/officeart/2005/8/layout/list1"/>
    <dgm:cxn modelId="{2AABF458-3E1E-4097-853D-5584218D1211}" type="presParOf" srcId="{B48DE04E-A89A-46D7-82B7-2FB2782E3270}" destId="{DD258FB9-94E5-4BB4-A6D7-AB354748C40C}" srcOrd="5" destOrd="0" presId="urn:microsoft.com/office/officeart/2005/8/layout/list1"/>
    <dgm:cxn modelId="{97AB260E-BC44-40FB-862A-4D2CC6CC5DF8}" type="presParOf" srcId="{B48DE04E-A89A-46D7-82B7-2FB2782E3270}" destId="{1BA07E82-DC47-42B9-84C7-77685A138E86}" srcOrd="6" destOrd="0" presId="urn:microsoft.com/office/officeart/2005/8/layout/list1"/>
    <dgm:cxn modelId="{2494868A-2849-4660-B914-DE35F849B482}" type="presParOf" srcId="{B48DE04E-A89A-46D7-82B7-2FB2782E3270}" destId="{C88FCC42-DC36-4990-9F8B-51E866644DFA}" srcOrd="7" destOrd="0" presId="urn:microsoft.com/office/officeart/2005/8/layout/list1"/>
    <dgm:cxn modelId="{3E8D34CF-5604-4E0D-8E9F-E6A869D027E5}" type="presParOf" srcId="{B48DE04E-A89A-46D7-82B7-2FB2782E3270}" destId="{F83756B7-B43E-47B8-A3EB-28112CB18ABD}" srcOrd="8" destOrd="0" presId="urn:microsoft.com/office/officeart/2005/8/layout/list1"/>
    <dgm:cxn modelId="{5859AC08-85E8-40B6-8321-4EDF7E122BC6}" type="presParOf" srcId="{F83756B7-B43E-47B8-A3EB-28112CB18ABD}" destId="{EB80C6AF-7687-4F47-90BD-C899069EF9DC}" srcOrd="0" destOrd="0" presId="urn:microsoft.com/office/officeart/2005/8/layout/list1"/>
    <dgm:cxn modelId="{7ADA2FE7-E886-43A8-B264-5EF9F6A768CC}" type="presParOf" srcId="{F83756B7-B43E-47B8-A3EB-28112CB18ABD}" destId="{C147F46E-58D7-4DBE-88EA-38647445DF8E}" srcOrd="1" destOrd="0" presId="urn:microsoft.com/office/officeart/2005/8/layout/list1"/>
    <dgm:cxn modelId="{90175E8F-5264-47FC-9138-B37EE568CADE}" type="presParOf" srcId="{B48DE04E-A89A-46D7-82B7-2FB2782E3270}" destId="{8099A865-3087-4ED6-AABC-DDBCAAF01405}" srcOrd="9" destOrd="0" presId="urn:microsoft.com/office/officeart/2005/8/layout/list1"/>
    <dgm:cxn modelId="{EA6CEFB4-91EA-4F21-B032-0E7494DF5885}" type="presParOf" srcId="{B48DE04E-A89A-46D7-82B7-2FB2782E3270}" destId="{BFF02838-6F47-4C1B-8613-7ECAF0435EC1}" srcOrd="10" destOrd="0" presId="urn:microsoft.com/office/officeart/2005/8/layout/list1"/>
    <dgm:cxn modelId="{1DFE51BF-47D5-4533-92A2-7EB538F5F622}" type="presParOf" srcId="{B48DE04E-A89A-46D7-82B7-2FB2782E3270}" destId="{2F1E3501-61B0-4A63-A6E7-BD069F30367A}" srcOrd="11" destOrd="0" presId="urn:microsoft.com/office/officeart/2005/8/layout/list1"/>
    <dgm:cxn modelId="{55EF7AF3-F1DB-41FA-B2D2-294EFA658997}" type="presParOf" srcId="{B48DE04E-A89A-46D7-82B7-2FB2782E3270}" destId="{330A2313-C885-4A34-A913-41FB79B0A7E5}" srcOrd="12" destOrd="0" presId="urn:microsoft.com/office/officeart/2005/8/layout/list1"/>
    <dgm:cxn modelId="{649EC7B5-177E-4970-92CB-472E3950F772}" type="presParOf" srcId="{330A2313-C885-4A34-A913-41FB79B0A7E5}" destId="{04D1D47B-5B26-4F11-82E0-0F00A47B3B91}" srcOrd="0" destOrd="0" presId="urn:microsoft.com/office/officeart/2005/8/layout/list1"/>
    <dgm:cxn modelId="{E1F361F3-726D-447B-9898-1483F531E307}" type="presParOf" srcId="{330A2313-C885-4A34-A913-41FB79B0A7E5}" destId="{A9BC5BDD-9A7F-483D-8057-4C610A9FB731}" srcOrd="1" destOrd="0" presId="urn:microsoft.com/office/officeart/2005/8/layout/list1"/>
    <dgm:cxn modelId="{A234FEE5-C27D-431D-9AFE-F9C0DA41F8E8}" type="presParOf" srcId="{B48DE04E-A89A-46D7-82B7-2FB2782E3270}" destId="{D19F9902-B4F1-4594-999B-651AF8F4FC3F}" srcOrd="13" destOrd="0" presId="urn:microsoft.com/office/officeart/2005/8/layout/list1"/>
    <dgm:cxn modelId="{6E08DAF6-D5E1-471C-8119-24DC397EBF9D}" type="presParOf" srcId="{B48DE04E-A89A-46D7-82B7-2FB2782E3270}" destId="{D98DA01F-3018-42E9-A2EE-A1930DA7D31F}"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8C1985-45F3-49D7-A74A-A86967DDF4E4}"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6560AE87-1ABE-47FB-B751-AAB3BF5B3B3F}">
      <dgm:prSet/>
      <dgm:spPr/>
      <dgm:t>
        <a:bodyPr/>
        <a:lstStyle/>
        <a:p>
          <a:pPr>
            <a:lnSpc>
              <a:spcPct val="100000"/>
            </a:lnSpc>
          </a:pPr>
          <a:r>
            <a:rPr lang="fr-FR" b="1"/>
            <a:t>Objectif principal </a:t>
          </a:r>
          <a:r>
            <a:rPr lang="fr-FR"/>
            <a:t>: Prédire les émissions de CO2 et la consommation totale d'énergie. </a:t>
          </a:r>
          <a:endParaRPr lang="en-US"/>
        </a:p>
      </dgm:t>
    </dgm:pt>
    <dgm:pt modelId="{9DDDAF9F-EC83-42CA-84A8-554883A0D6C3}" type="parTrans" cxnId="{486640E0-E2FC-4FBA-BE6D-13DC5BAB5062}">
      <dgm:prSet/>
      <dgm:spPr/>
      <dgm:t>
        <a:bodyPr/>
        <a:lstStyle/>
        <a:p>
          <a:endParaRPr lang="en-US"/>
        </a:p>
      </dgm:t>
    </dgm:pt>
    <dgm:pt modelId="{E610725B-C9DE-4C13-ADCD-629DE61C279D}" type="sibTrans" cxnId="{486640E0-E2FC-4FBA-BE6D-13DC5BAB5062}">
      <dgm:prSet/>
      <dgm:spPr/>
      <dgm:t>
        <a:bodyPr/>
        <a:lstStyle/>
        <a:p>
          <a:endParaRPr lang="en-US"/>
        </a:p>
      </dgm:t>
    </dgm:pt>
    <dgm:pt modelId="{8407EFCB-EF45-4BDA-85CF-4EF411AF0D36}">
      <dgm:prSet/>
      <dgm:spPr/>
      <dgm:t>
        <a:bodyPr/>
        <a:lstStyle/>
        <a:p>
          <a:pPr>
            <a:lnSpc>
              <a:spcPct val="100000"/>
            </a:lnSpc>
          </a:pPr>
          <a:r>
            <a:rPr lang="fr-FR" b="1"/>
            <a:t>Utilisation des données existantes </a:t>
          </a:r>
          <a:r>
            <a:rPr lang="fr-FR"/>
            <a:t>: Utiliser les relevés de consommation de 2016 pour prédire les valeurs futures des bâtiments.</a:t>
          </a:r>
          <a:endParaRPr lang="en-US"/>
        </a:p>
      </dgm:t>
    </dgm:pt>
    <dgm:pt modelId="{F77388BD-03DB-4D96-A696-375F9BCDBAAB}" type="parTrans" cxnId="{54FAC410-F155-4B4B-9C01-39E827ED3D98}">
      <dgm:prSet/>
      <dgm:spPr/>
      <dgm:t>
        <a:bodyPr/>
        <a:lstStyle/>
        <a:p>
          <a:endParaRPr lang="en-US"/>
        </a:p>
      </dgm:t>
    </dgm:pt>
    <dgm:pt modelId="{95874E1F-65EA-408F-960D-CA4F27E5F405}" type="sibTrans" cxnId="{54FAC410-F155-4B4B-9C01-39E827ED3D98}">
      <dgm:prSet/>
      <dgm:spPr/>
      <dgm:t>
        <a:bodyPr/>
        <a:lstStyle/>
        <a:p>
          <a:endParaRPr lang="en-US"/>
        </a:p>
      </dgm:t>
    </dgm:pt>
    <dgm:pt modelId="{714EC9D5-5AD9-4DE1-A40B-E847BEBCB286}">
      <dgm:prSet/>
      <dgm:spPr/>
      <dgm:t>
        <a:bodyPr/>
        <a:lstStyle/>
        <a:p>
          <a:pPr>
            <a:lnSpc>
              <a:spcPct val="100000"/>
            </a:lnSpc>
          </a:pPr>
          <a:r>
            <a:rPr lang="fr-FR" b="1"/>
            <a:t>Analyse exploratoire : </a:t>
          </a:r>
          <a:r>
            <a:rPr lang="fr-FR"/>
            <a:t>Effectuer une analyse exploratoire des données pour mieux comprendre les variables et leur impact sur les prédictions.</a:t>
          </a:r>
          <a:endParaRPr lang="en-US"/>
        </a:p>
      </dgm:t>
    </dgm:pt>
    <dgm:pt modelId="{238EBC11-116F-4486-A25C-2DC85E29D5BC}" type="parTrans" cxnId="{61B25B72-D195-4431-892B-E3257DCBBBCB}">
      <dgm:prSet/>
      <dgm:spPr/>
      <dgm:t>
        <a:bodyPr/>
        <a:lstStyle/>
        <a:p>
          <a:endParaRPr lang="en-US"/>
        </a:p>
      </dgm:t>
    </dgm:pt>
    <dgm:pt modelId="{BC3338E9-D0EB-4E18-B901-E7794F5C88C4}" type="sibTrans" cxnId="{61B25B72-D195-4431-892B-E3257DCBBBCB}">
      <dgm:prSet/>
      <dgm:spPr/>
      <dgm:t>
        <a:bodyPr/>
        <a:lstStyle/>
        <a:p>
          <a:endParaRPr lang="en-US"/>
        </a:p>
      </dgm:t>
    </dgm:pt>
    <dgm:pt modelId="{E8CA6841-56B9-4AA6-8039-37039CFDD00C}">
      <dgm:prSet/>
      <dgm:spPr/>
      <dgm:t>
        <a:bodyPr/>
        <a:lstStyle/>
        <a:p>
          <a:pPr>
            <a:lnSpc>
              <a:spcPct val="100000"/>
            </a:lnSpc>
          </a:pPr>
          <a:r>
            <a:rPr lang="fr-FR" b="1"/>
            <a:t>Modélisation :</a:t>
          </a:r>
          <a:r>
            <a:rPr lang="fr-FR"/>
            <a:t> Tester différents modèles de prédiction pour répondre à la problématique.</a:t>
          </a:r>
          <a:endParaRPr lang="en-US"/>
        </a:p>
      </dgm:t>
    </dgm:pt>
    <dgm:pt modelId="{13F3EEC0-8748-4A7F-9E88-2692C0FC6C81}" type="parTrans" cxnId="{E7C3909B-357D-41EB-9D80-019F5CBA74C8}">
      <dgm:prSet/>
      <dgm:spPr/>
      <dgm:t>
        <a:bodyPr/>
        <a:lstStyle/>
        <a:p>
          <a:endParaRPr lang="en-US"/>
        </a:p>
      </dgm:t>
    </dgm:pt>
    <dgm:pt modelId="{EA850AE1-3985-4F41-990A-A2C84B49263B}" type="sibTrans" cxnId="{E7C3909B-357D-41EB-9D80-019F5CBA74C8}">
      <dgm:prSet/>
      <dgm:spPr/>
      <dgm:t>
        <a:bodyPr/>
        <a:lstStyle/>
        <a:p>
          <a:endParaRPr lang="en-US"/>
        </a:p>
      </dgm:t>
    </dgm:pt>
    <dgm:pt modelId="{F72E656B-F835-46C9-9576-DC8945836DA9}">
      <dgm:prSet/>
      <dgm:spPr/>
      <dgm:t>
        <a:bodyPr/>
        <a:lstStyle/>
        <a:p>
          <a:pPr>
            <a:lnSpc>
              <a:spcPct val="100000"/>
            </a:lnSpc>
          </a:pPr>
          <a:r>
            <a:rPr lang="fr-FR" b="1"/>
            <a:t>Optimisation des performances :</a:t>
          </a:r>
          <a:r>
            <a:rPr lang="fr-FR"/>
            <a:t> Appliquer des transformations aux variables (normalisation, passage au log, etc.) et utiliser des techniques de validation croisée pour évaluer les performances des modèles.</a:t>
          </a:r>
          <a:endParaRPr lang="en-US"/>
        </a:p>
      </dgm:t>
    </dgm:pt>
    <dgm:pt modelId="{94B6DD71-EDBB-49DA-9189-343D7F772C65}" type="parTrans" cxnId="{390D0992-2F96-4D25-9669-B48061E52C29}">
      <dgm:prSet/>
      <dgm:spPr/>
      <dgm:t>
        <a:bodyPr/>
        <a:lstStyle/>
        <a:p>
          <a:endParaRPr lang="en-US"/>
        </a:p>
      </dgm:t>
    </dgm:pt>
    <dgm:pt modelId="{0D06BAE6-4414-44CB-9F88-394D856EE488}" type="sibTrans" cxnId="{390D0992-2F96-4D25-9669-B48061E52C29}">
      <dgm:prSet/>
      <dgm:spPr/>
      <dgm:t>
        <a:bodyPr/>
        <a:lstStyle/>
        <a:p>
          <a:endParaRPr lang="en-US"/>
        </a:p>
      </dgm:t>
    </dgm:pt>
    <dgm:pt modelId="{DE193D5E-6E98-470B-91BC-BAA31BBA7246}">
      <dgm:prSet/>
      <dgm:spPr/>
      <dgm:t>
        <a:bodyPr/>
        <a:lstStyle/>
        <a:p>
          <a:pPr>
            <a:lnSpc>
              <a:spcPct val="100000"/>
            </a:lnSpc>
          </a:pPr>
          <a:r>
            <a:rPr lang="fr-FR" b="1"/>
            <a:t>Évaluation de l'ENERGY STAR Score : </a:t>
          </a:r>
          <a:r>
            <a:rPr lang="fr-FR"/>
            <a:t>Tester l'intérêt de l'intégration de l'ENERGY STAR Score dans la modélisation de la prédiction des émissions et de la consommation d’énergie.</a:t>
          </a:r>
          <a:endParaRPr lang="en-US"/>
        </a:p>
      </dgm:t>
    </dgm:pt>
    <dgm:pt modelId="{DB860A98-28C0-49DD-AA79-C2185931226D}" type="parTrans" cxnId="{116DF230-3EC6-4C62-8AB4-ECCF215D7192}">
      <dgm:prSet/>
      <dgm:spPr/>
      <dgm:t>
        <a:bodyPr/>
        <a:lstStyle/>
        <a:p>
          <a:endParaRPr lang="en-US"/>
        </a:p>
      </dgm:t>
    </dgm:pt>
    <dgm:pt modelId="{0FA96A05-B64A-447F-9534-2E8B36EBE551}" type="sibTrans" cxnId="{116DF230-3EC6-4C62-8AB4-ECCF215D7192}">
      <dgm:prSet/>
      <dgm:spPr/>
      <dgm:t>
        <a:bodyPr/>
        <a:lstStyle/>
        <a:p>
          <a:endParaRPr lang="en-US"/>
        </a:p>
      </dgm:t>
    </dgm:pt>
    <dgm:pt modelId="{96BA454F-6A77-4531-BC45-50BA58D3F48F}" type="pres">
      <dgm:prSet presAssocID="{D28C1985-45F3-49D7-A74A-A86967DDF4E4}" presName="root" presStyleCnt="0">
        <dgm:presLayoutVars>
          <dgm:dir/>
          <dgm:resizeHandles val="exact"/>
        </dgm:presLayoutVars>
      </dgm:prSet>
      <dgm:spPr/>
    </dgm:pt>
    <dgm:pt modelId="{B5CB00C2-10B8-4B2F-9E8F-6A200B6E8D5D}" type="pres">
      <dgm:prSet presAssocID="{6560AE87-1ABE-47FB-B751-AAB3BF5B3B3F}" presName="compNode" presStyleCnt="0"/>
      <dgm:spPr/>
    </dgm:pt>
    <dgm:pt modelId="{AFA4D90B-9B4C-4D39-95A4-C563ED19FE5E}" type="pres">
      <dgm:prSet presAssocID="{6560AE87-1ABE-47FB-B751-AAB3BF5B3B3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ille"/>
        </a:ext>
      </dgm:extLst>
    </dgm:pt>
    <dgm:pt modelId="{EB17FD69-0BB2-4B93-86A7-A473889CD47F}" type="pres">
      <dgm:prSet presAssocID="{6560AE87-1ABE-47FB-B751-AAB3BF5B3B3F}" presName="spaceRect" presStyleCnt="0"/>
      <dgm:spPr/>
    </dgm:pt>
    <dgm:pt modelId="{9DC71022-7FEE-4061-81BF-6880E614A3A5}" type="pres">
      <dgm:prSet presAssocID="{6560AE87-1ABE-47FB-B751-AAB3BF5B3B3F}" presName="textRect" presStyleLbl="revTx" presStyleIdx="0" presStyleCnt="6">
        <dgm:presLayoutVars>
          <dgm:chMax val="1"/>
          <dgm:chPref val="1"/>
        </dgm:presLayoutVars>
      </dgm:prSet>
      <dgm:spPr/>
    </dgm:pt>
    <dgm:pt modelId="{01AD1F98-06F6-40E3-9079-80E4BB24B8C0}" type="pres">
      <dgm:prSet presAssocID="{E610725B-C9DE-4C13-ADCD-629DE61C279D}" presName="sibTrans" presStyleCnt="0"/>
      <dgm:spPr/>
    </dgm:pt>
    <dgm:pt modelId="{3FA94CAB-F3A6-4F86-81CB-441A9A73B5BA}" type="pres">
      <dgm:prSet presAssocID="{8407EFCB-EF45-4BDA-85CF-4EF411AF0D36}" presName="compNode" presStyleCnt="0"/>
      <dgm:spPr/>
    </dgm:pt>
    <dgm:pt modelId="{EBEE284F-62F2-4EDB-BB87-F080A083D3DB}" type="pres">
      <dgm:prSet presAssocID="{8407EFCB-EF45-4BDA-85CF-4EF411AF0D3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EE94A6EE-DF7E-41D7-8905-BC39AF14AE79}" type="pres">
      <dgm:prSet presAssocID="{8407EFCB-EF45-4BDA-85CF-4EF411AF0D36}" presName="spaceRect" presStyleCnt="0"/>
      <dgm:spPr/>
    </dgm:pt>
    <dgm:pt modelId="{ECEA5BC1-4C2A-48FC-86D4-5ACF21B464E6}" type="pres">
      <dgm:prSet presAssocID="{8407EFCB-EF45-4BDA-85CF-4EF411AF0D36}" presName="textRect" presStyleLbl="revTx" presStyleIdx="1" presStyleCnt="6">
        <dgm:presLayoutVars>
          <dgm:chMax val="1"/>
          <dgm:chPref val="1"/>
        </dgm:presLayoutVars>
      </dgm:prSet>
      <dgm:spPr/>
    </dgm:pt>
    <dgm:pt modelId="{7B23AC3F-D7D0-40E3-B277-145A42CCEFFC}" type="pres">
      <dgm:prSet presAssocID="{95874E1F-65EA-408F-960D-CA4F27E5F405}" presName="sibTrans" presStyleCnt="0"/>
      <dgm:spPr/>
    </dgm:pt>
    <dgm:pt modelId="{5E5E06A0-E094-4671-8196-92332040DD6C}" type="pres">
      <dgm:prSet presAssocID="{714EC9D5-5AD9-4DE1-A40B-E847BEBCB286}" presName="compNode" presStyleCnt="0"/>
      <dgm:spPr/>
    </dgm:pt>
    <dgm:pt modelId="{A48DE26F-47AB-4D6B-9507-0193593472F1}" type="pres">
      <dgm:prSet presAssocID="{714EC9D5-5AD9-4DE1-A40B-E847BEBCB286}"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ques"/>
        </a:ext>
      </dgm:extLst>
    </dgm:pt>
    <dgm:pt modelId="{F46CD05E-2876-4199-8678-13B46D65A406}" type="pres">
      <dgm:prSet presAssocID="{714EC9D5-5AD9-4DE1-A40B-E847BEBCB286}" presName="spaceRect" presStyleCnt="0"/>
      <dgm:spPr/>
    </dgm:pt>
    <dgm:pt modelId="{A8BB215C-9FCF-401E-8282-F5A892C0EB76}" type="pres">
      <dgm:prSet presAssocID="{714EC9D5-5AD9-4DE1-A40B-E847BEBCB286}" presName="textRect" presStyleLbl="revTx" presStyleIdx="2" presStyleCnt="6">
        <dgm:presLayoutVars>
          <dgm:chMax val="1"/>
          <dgm:chPref val="1"/>
        </dgm:presLayoutVars>
      </dgm:prSet>
      <dgm:spPr/>
    </dgm:pt>
    <dgm:pt modelId="{D892E0D0-5080-4C14-AC73-4A8B05569336}" type="pres">
      <dgm:prSet presAssocID="{BC3338E9-D0EB-4E18-B901-E7794F5C88C4}" presName="sibTrans" presStyleCnt="0"/>
      <dgm:spPr/>
    </dgm:pt>
    <dgm:pt modelId="{8AC617D2-CD31-4EE4-A4A8-5727248AFEFD}" type="pres">
      <dgm:prSet presAssocID="{E8CA6841-56B9-4AA6-8039-37039CFDD00C}" presName="compNode" presStyleCnt="0"/>
      <dgm:spPr/>
    </dgm:pt>
    <dgm:pt modelId="{6BF00FA4-A012-46DE-A38C-37D8C28E3858}" type="pres">
      <dgm:prSet presAssocID="{E8CA6841-56B9-4AA6-8039-37039CFDD00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oche"/>
        </a:ext>
      </dgm:extLst>
    </dgm:pt>
    <dgm:pt modelId="{C85E2607-682B-4115-A35F-0B96C0023DDB}" type="pres">
      <dgm:prSet presAssocID="{E8CA6841-56B9-4AA6-8039-37039CFDD00C}" presName="spaceRect" presStyleCnt="0"/>
      <dgm:spPr/>
    </dgm:pt>
    <dgm:pt modelId="{C70F4F9D-DD33-47C1-A2DB-D01881B43AFE}" type="pres">
      <dgm:prSet presAssocID="{E8CA6841-56B9-4AA6-8039-37039CFDD00C}" presName="textRect" presStyleLbl="revTx" presStyleIdx="3" presStyleCnt="6">
        <dgm:presLayoutVars>
          <dgm:chMax val="1"/>
          <dgm:chPref val="1"/>
        </dgm:presLayoutVars>
      </dgm:prSet>
      <dgm:spPr/>
    </dgm:pt>
    <dgm:pt modelId="{A59DB626-9B39-4B7F-A69F-AB21F3FFBB31}" type="pres">
      <dgm:prSet presAssocID="{EA850AE1-3985-4F41-990A-A2C84B49263B}" presName="sibTrans" presStyleCnt="0"/>
      <dgm:spPr/>
    </dgm:pt>
    <dgm:pt modelId="{ACB6E954-4313-40F5-A85F-66B4D499CBD1}" type="pres">
      <dgm:prSet presAssocID="{F72E656B-F835-46C9-9576-DC8945836DA9}" presName="compNode" presStyleCnt="0"/>
      <dgm:spPr/>
    </dgm:pt>
    <dgm:pt modelId="{76C19EB9-22C5-4AD0-8139-FAD8EFFEBBF2}" type="pres">
      <dgm:prSet presAssocID="{F72E656B-F835-46C9-9576-DC8945836DA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ocument"/>
        </a:ext>
      </dgm:extLst>
    </dgm:pt>
    <dgm:pt modelId="{93D3D831-7B84-4286-892E-9402B0430DAE}" type="pres">
      <dgm:prSet presAssocID="{F72E656B-F835-46C9-9576-DC8945836DA9}" presName="spaceRect" presStyleCnt="0"/>
      <dgm:spPr/>
    </dgm:pt>
    <dgm:pt modelId="{F99DAD51-AADD-4F34-B5DC-1A718084D4C2}" type="pres">
      <dgm:prSet presAssocID="{F72E656B-F835-46C9-9576-DC8945836DA9}" presName="textRect" presStyleLbl="revTx" presStyleIdx="4" presStyleCnt="6">
        <dgm:presLayoutVars>
          <dgm:chMax val="1"/>
          <dgm:chPref val="1"/>
        </dgm:presLayoutVars>
      </dgm:prSet>
      <dgm:spPr/>
    </dgm:pt>
    <dgm:pt modelId="{64367549-1E8E-4FF3-ADCB-3E5864A56D90}" type="pres">
      <dgm:prSet presAssocID="{0D06BAE6-4414-44CB-9F88-394D856EE488}" presName="sibTrans" presStyleCnt="0"/>
      <dgm:spPr/>
    </dgm:pt>
    <dgm:pt modelId="{38CC121D-0FCB-45E0-842A-F0F2E9A90DD9}" type="pres">
      <dgm:prSet presAssocID="{DE193D5E-6E98-470B-91BC-BAA31BBA7246}" presName="compNode" presStyleCnt="0"/>
      <dgm:spPr/>
    </dgm:pt>
    <dgm:pt modelId="{FB068108-9988-422C-8B50-60A90F1EC2EA}" type="pres">
      <dgm:prSet presAssocID="{DE193D5E-6E98-470B-91BC-BAA31BBA7246}"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Étoile"/>
        </a:ext>
      </dgm:extLst>
    </dgm:pt>
    <dgm:pt modelId="{9DAA4435-3231-438B-BD55-24706D44D7CD}" type="pres">
      <dgm:prSet presAssocID="{DE193D5E-6E98-470B-91BC-BAA31BBA7246}" presName="spaceRect" presStyleCnt="0"/>
      <dgm:spPr/>
    </dgm:pt>
    <dgm:pt modelId="{E9D8C7A4-F694-4EAB-8789-2BF6AEEAA249}" type="pres">
      <dgm:prSet presAssocID="{DE193D5E-6E98-470B-91BC-BAA31BBA7246}" presName="textRect" presStyleLbl="revTx" presStyleIdx="5" presStyleCnt="6">
        <dgm:presLayoutVars>
          <dgm:chMax val="1"/>
          <dgm:chPref val="1"/>
        </dgm:presLayoutVars>
      </dgm:prSet>
      <dgm:spPr/>
    </dgm:pt>
  </dgm:ptLst>
  <dgm:cxnLst>
    <dgm:cxn modelId="{54FAC410-F155-4B4B-9C01-39E827ED3D98}" srcId="{D28C1985-45F3-49D7-A74A-A86967DDF4E4}" destId="{8407EFCB-EF45-4BDA-85CF-4EF411AF0D36}" srcOrd="1" destOrd="0" parTransId="{F77388BD-03DB-4D96-A696-375F9BCDBAAB}" sibTransId="{95874E1F-65EA-408F-960D-CA4F27E5F405}"/>
    <dgm:cxn modelId="{116DF230-3EC6-4C62-8AB4-ECCF215D7192}" srcId="{D28C1985-45F3-49D7-A74A-A86967DDF4E4}" destId="{DE193D5E-6E98-470B-91BC-BAA31BBA7246}" srcOrd="5" destOrd="0" parTransId="{DB860A98-28C0-49DD-AA79-C2185931226D}" sibTransId="{0FA96A05-B64A-447F-9534-2E8B36EBE551}"/>
    <dgm:cxn modelId="{4768A142-8CA9-4150-B73A-2DD4CEFE1817}" type="presOf" srcId="{E8CA6841-56B9-4AA6-8039-37039CFDD00C}" destId="{C70F4F9D-DD33-47C1-A2DB-D01881B43AFE}" srcOrd="0" destOrd="0" presId="urn:microsoft.com/office/officeart/2018/2/layout/IconLabelList"/>
    <dgm:cxn modelId="{5EEFA268-6859-467B-BE7A-E4B47C6434BE}" type="presOf" srcId="{8407EFCB-EF45-4BDA-85CF-4EF411AF0D36}" destId="{ECEA5BC1-4C2A-48FC-86D4-5ACF21B464E6}" srcOrd="0" destOrd="0" presId="urn:microsoft.com/office/officeart/2018/2/layout/IconLabelList"/>
    <dgm:cxn modelId="{61B25B72-D195-4431-892B-E3257DCBBBCB}" srcId="{D28C1985-45F3-49D7-A74A-A86967DDF4E4}" destId="{714EC9D5-5AD9-4DE1-A40B-E847BEBCB286}" srcOrd="2" destOrd="0" parTransId="{238EBC11-116F-4486-A25C-2DC85E29D5BC}" sibTransId="{BC3338E9-D0EB-4E18-B901-E7794F5C88C4}"/>
    <dgm:cxn modelId="{5C0B4689-778B-4503-A05A-5278A317F15B}" type="presOf" srcId="{D28C1985-45F3-49D7-A74A-A86967DDF4E4}" destId="{96BA454F-6A77-4531-BC45-50BA58D3F48F}" srcOrd="0" destOrd="0" presId="urn:microsoft.com/office/officeart/2018/2/layout/IconLabelList"/>
    <dgm:cxn modelId="{DDA82F8D-144F-4867-BF84-794743AFC73B}" type="presOf" srcId="{F72E656B-F835-46C9-9576-DC8945836DA9}" destId="{F99DAD51-AADD-4F34-B5DC-1A718084D4C2}" srcOrd="0" destOrd="0" presId="urn:microsoft.com/office/officeart/2018/2/layout/IconLabelList"/>
    <dgm:cxn modelId="{390D0992-2F96-4D25-9669-B48061E52C29}" srcId="{D28C1985-45F3-49D7-A74A-A86967DDF4E4}" destId="{F72E656B-F835-46C9-9576-DC8945836DA9}" srcOrd="4" destOrd="0" parTransId="{94B6DD71-EDBB-49DA-9189-343D7F772C65}" sibTransId="{0D06BAE6-4414-44CB-9F88-394D856EE488}"/>
    <dgm:cxn modelId="{E7C3909B-357D-41EB-9D80-019F5CBA74C8}" srcId="{D28C1985-45F3-49D7-A74A-A86967DDF4E4}" destId="{E8CA6841-56B9-4AA6-8039-37039CFDD00C}" srcOrd="3" destOrd="0" parTransId="{13F3EEC0-8748-4A7F-9E88-2692C0FC6C81}" sibTransId="{EA850AE1-3985-4F41-990A-A2C84B49263B}"/>
    <dgm:cxn modelId="{283720AD-51C5-41C3-AC9B-E874FF15D891}" type="presOf" srcId="{6560AE87-1ABE-47FB-B751-AAB3BF5B3B3F}" destId="{9DC71022-7FEE-4061-81BF-6880E614A3A5}" srcOrd="0" destOrd="0" presId="urn:microsoft.com/office/officeart/2018/2/layout/IconLabelList"/>
    <dgm:cxn modelId="{F7A8BFD5-B4D0-4CF1-A5F1-23DCA7540DB3}" type="presOf" srcId="{714EC9D5-5AD9-4DE1-A40B-E847BEBCB286}" destId="{A8BB215C-9FCF-401E-8282-F5A892C0EB76}" srcOrd="0" destOrd="0" presId="urn:microsoft.com/office/officeart/2018/2/layout/IconLabelList"/>
    <dgm:cxn modelId="{486640E0-E2FC-4FBA-BE6D-13DC5BAB5062}" srcId="{D28C1985-45F3-49D7-A74A-A86967DDF4E4}" destId="{6560AE87-1ABE-47FB-B751-AAB3BF5B3B3F}" srcOrd="0" destOrd="0" parTransId="{9DDDAF9F-EC83-42CA-84A8-554883A0D6C3}" sibTransId="{E610725B-C9DE-4C13-ADCD-629DE61C279D}"/>
    <dgm:cxn modelId="{5E14AFE0-449E-4CAD-9A04-411B6CDC4CDC}" type="presOf" srcId="{DE193D5E-6E98-470B-91BC-BAA31BBA7246}" destId="{E9D8C7A4-F694-4EAB-8789-2BF6AEEAA249}" srcOrd="0" destOrd="0" presId="urn:microsoft.com/office/officeart/2018/2/layout/IconLabelList"/>
    <dgm:cxn modelId="{32296E4E-DA52-40F0-8AC9-43B2C17DCC7D}" type="presParOf" srcId="{96BA454F-6A77-4531-BC45-50BA58D3F48F}" destId="{B5CB00C2-10B8-4B2F-9E8F-6A200B6E8D5D}" srcOrd="0" destOrd="0" presId="urn:microsoft.com/office/officeart/2018/2/layout/IconLabelList"/>
    <dgm:cxn modelId="{7535233C-7731-4CB1-9038-04C0A8702124}" type="presParOf" srcId="{B5CB00C2-10B8-4B2F-9E8F-6A200B6E8D5D}" destId="{AFA4D90B-9B4C-4D39-95A4-C563ED19FE5E}" srcOrd="0" destOrd="0" presId="urn:microsoft.com/office/officeart/2018/2/layout/IconLabelList"/>
    <dgm:cxn modelId="{D520E87F-22BD-44D9-BB07-BB9F18F7D9BD}" type="presParOf" srcId="{B5CB00C2-10B8-4B2F-9E8F-6A200B6E8D5D}" destId="{EB17FD69-0BB2-4B93-86A7-A473889CD47F}" srcOrd="1" destOrd="0" presId="urn:microsoft.com/office/officeart/2018/2/layout/IconLabelList"/>
    <dgm:cxn modelId="{7BE1A666-BA59-43C0-8042-4488FA0BD9FD}" type="presParOf" srcId="{B5CB00C2-10B8-4B2F-9E8F-6A200B6E8D5D}" destId="{9DC71022-7FEE-4061-81BF-6880E614A3A5}" srcOrd="2" destOrd="0" presId="urn:microsoft.com/office/officeart/2018/2/layout/IconLabelList"/>
    <dgm:cxn modelId="{40139D56-5135-44A7-BD76-A0B6F1180792}" type="presParOf" srcId="{96BA454F-6A77-4531-BC45-50BA58D3F48F}" destId="{01AD1F98-06F6-40E3-9079-80E4BB24B8C0}" srcOrd="1" destOrd="0" presId="urn:microsoft.com/office/officeart/2018/2/layout/IconLabelList"/>
    <dgm:cxn modelId="{B2181CE9-DB00-4829-B2BE-CEC42F274145}" type="presParOf" srcId="{96BA454F-6A77-4531-BC45-50BA58D3F48F}" destId="{3FA94CAB-F3A6-4F86-81CB-441A9A73B5BA}" srcOrd="2" destOrd="0" presId="urn:microsoft.com/office/officeart/2018/2/layout/IconLabelList"/>
    <dgm:cxn modelId="{1DDF87AD-7BED-4E06-BCB5-2AFF664B0847}" type="presParOf" srcId="{3FA94CAB-F3A6-4F86-81CB-441A9A73B5BA}" destId="{EBEE284F-62F2-4EDB-BB87-F080A083D3DB}" srcOrd="0" destOrd="0" presId="urn:microsoft.com/office/officeart/2018/2/layout/IconLabelList"/>
    <dgm:cxn modelId="{8718E63E-EE50-4CC5-B111-946FF425F313}" type="presParOf" srcId="{3FA94CAB-F3A6-4F86-81CB-441A9A73B5BA}" destId="{EE94A6EE-DF7E-41D7-8905-BC39AF14AE79}" srcOrd="1" destOrd="0" presId="urn:microsoft.com/office/officeart/2018/2/layout/IconLabelList"/>
    <dgm:cxn modelId="{A6C1A27B-6B38-4203-9AF5-9502F7850625}" type="presParOf" srcId="{3FA94CAB-F3A6-4F86-81CB-441A9A73B5BA}" destId="{ECEA5BC1-4C2A-48FC-86D4-5ACF21B464E6}" srcOrd="2" destOrd="0" presId="urn:microsoft.com/office/officeart/2018/2/layout/IconLabelList"/>
    <dgm:cxn modelId="{18A890F3-F0EC-4BD8-A2AB-5DDDD7F9823C}" type="presParOf" srcId="{96BA454F-6A77-4531-BC45-50BA58D3F48F}" destId="{7B23AC3F-D7D0-40E3-B277-145A42CCEFFC}" srcOrd="3" destOrd="0" presId="urn:microsoft.com/office/officeart/2018/2/layout/IconLabelList"/>
    <dgm:cxn modelId="{D8923262-CD4D-4485-91C3-EC836B1B9DFE}" type="presParOf" srcId="{96BA454F-6A77-4531-BC45-50BA58D3F48F}" destId="{5E5E06A0-E094-4671-8196-92332040DD6C}" srcOrd="4" destOrd="0" presId="urn:microsoft.com/office/officeart/2018/2/layout/IconLabelList"/>
    <dgm:cxn modelId="{85597839-A8BD-4607-A689-01A78EAE41B2}" type="presParOf" srcId="{5E5E06A0-E094-4671-8196-92332040DD6C}" destId="{A48DE26F-47AB-4D6B-9507-0193593472F1}" srcOrd="0" destOrd="0" presId="urn:microsoft.com/office/officeart/2018/2/layout/IconLabelList"/>
    <dgm:cxn modelId="{58FC0FDC-D440-4C6C-B265-A23C375D77E5}" type="presParOf" srcId="{5E5E06A0-E094-4671-8196-92332040DD6C}" destId="{F46CD05E-2876-4199-8678-13B46D65A406}" srcOrd="1" destOrd="0" presId="urn:microsoft.com/office/officeart/2018/2/layout/IconLabelList"/>
    <dgm:cxn modelId="{5F5274B6-71B7-4E9C-B451-FBFDF9FFE670}" type="presParOf" srcId="{5E5E06A0-E094-4671-8196-92332040DD6C}" destId="{A8BB215C-9FCF-401E-8282-F5A892C0EB76}" srcOrd="2" destOrd="0" presId="urn:microsoft.com/office/officeart/2018/2/layout/IconLabelList"/>
    <dgm:cxn modelId="{0652918D-B16F-424F-87E2-04256504FAB0}" type="presParOf" srcId="{96BA454F-6A77-4531-BC45-50BA58D3F48F}" destId="{D892E0D0-5080-4C14-AC73-4A8B05569336}" srcOrd="5" destOrd="0" presId="urn:microsoft.com/office/officeart/2018/2/layout/IconLabelList"/>
    <dgm:cxn modelId="{CACF41EE-8169-4013-B80E-ADFA05BBC570}" type="presParOf" srcId="{96BA454F-6A77-4531-BC45-50BA58D3F48F}" destId="{8AC617D2-CD31-4EE4-A4A8-5727248AFEFD}" srcOrd="6" destOrd="0" presId="urn:microsoft.com/office/officeart/2018/2/layout/IconLabelList"/>
    <dgm:cxn modelId="{8F14D477-2837-4ADC-A0AD-88ECC6DE0A7A}" type="presParOf" srcId="{8AC617D2-CD31-4EE4-A4A8-5727248AFEFD}" destId="{6BF00FA4-A012-46DE-A38C-37D8C28E3858}" srcOrd="0" destOrd="0" presId="urn:microsoft.com/office/officeart/2018/2/layout/IconLabelList"/>
    <dgm:cxn modelId="{C11FD0F3-0815-4DA1-856F-F0E7DA04F18A}" type="presParOf" srcId="{8AC617D2-CD31-4EE4-A4A8-5727248AFEFD}" destId="{C85E2607-682B-4115-A35F-0B96C0023DDB}" srcOrd="1" destOrd="0" presId="urn:microsoft.com/office/officeart/2018/2/layout/IconLabelList"/>
    <dgm:cxn modelId="{727C3593-3FA5-43ED-8801-B3CF4B153B3E}" type="presParOf" srcId="{8AC617D2-CD31-4EE4-A4A8-5727248AFEFD}" destId="{C70F4F9D-DD33-47C1-A2DB-D01881B43AFE}" srcOrd="2" destOrd="0" presId="urn:microsoft.com/office/officeart/2018/2/layout/IconLabelList"/>
    <dgm:cxn modelId="{C0CFAB13-9ED3-4F1F-99F4-EC13B4A5033C}" type="presParOf" srcId="{96BA454F-6A77-4531-BC45-50BA58D3F48F}" destId="{A59DB626-9B39-4B7F-A69F-AB21F3FFBB31}" srcOrd="7" destOrd="0" presId="urn:microsoft.com/office/officeart/2018/2/layout/IconLabelList"/>
    <dgm:cxn modelId="{089DC7AF-2E10-4D3F-BA23-8A93FBB3730E}" type="presParOf" srcId="{96BA454F-6A77-4531-BC45-50BA58D3F48F}" destId="{ACB6E954-4313-40F5-A85F-66B4D499CBD1}" srcOrd="8" destOrd="0" presId="urn:microsoft.com/office/officeart/2018/2/layout/IconLabelList"/>
    <dgm:cxn modelId="{45149876-EAAF-4A29-B60E-F3DD5ECD3A4B}" type="presParOf" srcId="{ACB6E954-4313-40F5-A85F-66B4D499CBD1}" destId="{76C19EB9-22C5-4AD0-8139-FAD8EFFEBBF2}" srcOrd="0" destOrd="0" presId="urn:microsoft.com/office/officeart/2018/2/layout/IconLabelList"/>
    <dgm:cxn modelId="{52F0BCEB-8BCC-4B54-A9A7-E39AAB3238BF}" type="presParOf" srcId="{ACB6E954-4313-40F5-A85F-66B4D499CBD1}" destId="{93D3D831-7B84-4286-892E-9402B0430DAE}" srcOrd="1" destOrd="0" presId="urn:microsoft.com/office/officeart/2018/2/layout/IconLabelList"/>
    <dgm:cxn modelId="{6A7E9493-CA64-4FBF-8B6D-A3450FA81618}" type="presParOf" srcId="{ACB6E954-4313-40F5-A85F-66B4D499CBD1}" destId="{F99DAD51-AADD-4F34-B5DC-1A718084D4C2}" srcOrd="2" destOrd="0" presId="urn:microsoft.com/office/officeart/2018/2/layout/IconLabelList"/>
    <dgm:cxn modelId="{2E643706-8187-4B83-8B6A-8A1507178D2C}" type="presParOf" srcId="{96BA454F-6A77-4531-BC45-50BA58D3F48F}" destId="{64367549-1E8E-4FF3-ADCB-3E5864A56D90}" srcOrd="9" destOrd="0" presId="urn:microsoft.com/office/officeart/2018/2/layout/IconLabelList"/>
    <dgm:cxn modelId="{8E114902-D150-47F5-8FF7-8E16E5BED5D2}" type="presParOf" srcId="{96BA454F-6A77-4531-BC45-50BA58D3F48F}" destId="{38CC121D-0FCB-45E0-842A-F0F2E9A90DD9}" srcOrd="10" destOrd="0" presId="urn:microsoft.com/office/officeart/2018/2/layout/IconLabelList"/>
    <dgm:cxn modelId="{3BB37561-A1D0-46AF-A406-0806BA42EB05}" type="presParOf" srcId="{38CC121D-0FCB-45E0-842A-F0F2E9A90DD9}" destId="{FB068108-9988-422C-8B50-60A90F1EC2EA}" srcOrd="0" destOrd="0" presId="urn:microsoft.com/office/officeart/2018/2/layout/IconLabelList"/>
    <dgm:cxn modelId="{5CB0B90E-17B3-4DFA-9765-752DD48F18ED}" type="presParOf" srcId="{38CC121D-0FCB-45E0-842A-F0F2E9A90DD9}" destId="{9DAA4435-3231-438B-BD55-24706D44D7CD}" srcOrd="1" destOrd="0" presId="urn:microsoft.com/office/officeart/2018/2/layout/IconLabelList"/>
    <dgm:cxn modelId="{380993BF-8407-466B-A825-E6F494E90324}" type="presParOf" srcId="{38CC121D-0FCB-45E0-842A-F0F2E9A90DD9}" destId="{E9D8C7A4-F694-4EAB-8789-2BF6AEEAA249}"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8ACF71-16BC-4653-8912-1BF16950739E}">
      <dsp:nvSpPr>
        <dsp:cNvPr id="0" name=""/>
        <dsp:cNvSpPr/>
      </dsp:nvSpPr>
      <dsp:spPr>
        <a:xfrm>
          <a:off x="0" y="354579"/>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5BBDAA7-D279-4B1B-B02A-1426D64D7342}">
      <dsp:nvSpPr>
        <dsp:cNvPr id="0" name=""/>
        <dsp:cNvSpPr/>
      </dsp:nvSpPr>
      <dsp:spPr>
        <a:xfrm>
          <a:off x="502920" y="4461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100000"/>
            </a:lnSpc>
            <a:spcBef>
              <a:spcPct val="0"/>
            </a:spcBef>
            <a:spcAft>
              <a:spcPct val="35000"/>
            </a:spcAft>
            <a:buNone/>
          </a:pPr>
          <a:r>
            <a:rPr lang="fr-FR" sz="2100" b="1" kern="1200" noProof="0" dirty="0"/>
            <a:t>Introduction</a:t>
          </a:r>
          <a:endParaRPr lang="fr-FR" sz="2100" kern="1200" noProof="0" dirty="0"/>
        </a:p>
      </dsp:txBody>
      <dsp:txXfrm>
        <a:off x="533182" y="74881"/>
        <a:ext cx="6980356" cy="559396"/>
      </dsp:txXfrm>
    </dsp:sp>
    <dsp:sp modelId="{1BA07E82-DC47-42B9-84C7-77685A138E86}">
      <dsp:nvSpPr>
        <dsp:cNvPr id="0" name=""/>
        <dsp:cNvSpPr/>
      </dsp:nvSpPr>
      <dsp:spPr>
        <a:xfrm>
          <a:off x="0" y="1307139"/>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47FD4D-4879-4E8B-AB3D-F06D560596B7}">
      <dsp:nvSpPr>
        <dsp:cNvPr id="0" name=""/>
        <dsp:cNvSpPr/>
      </dsp:nvSpPr>
      <dsp:spPr>
        <a:xfrm>
          <a:off x="502920" y="99717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100000"/>
            </a:lnSpc>
            <a:spcBef>
              <a:spcPct val="0"/>
            </a:spcBef>
            <a:spcAft>
              <a:spcPct val="35000"/>
            </a:spcAft>
            <a:buNone/>
          </a:pPr>
          <a:r>
            <a:rPr lang="fr-FR" sz="2100" b="1" kern="1200" noProof="0" dirty="0"/>
            <a:t>Analyse Préliminaire des Données</a:t>
          </a:r>
          <a:endParaRPr lang="fr-FR" sz="2100" kern="1200" noProof="0" dirty="0"/>
        </a:p>
      </dsp:txBody>
      <dsp:txXfrm>
        <a:off x="533182" y="1027441"/>
        <a:ext cx="6980356" cy="559396"/>
      </dsp:txXfrm>
    </dsp:sp>
    <dsp:sp modelId="{BFF02838-6F47-4C1B-8613-7ECAF0435EC1}">
      <dsp:nvSpPr>
        <dsp:cNvPr id="0" name=""/>
        <dsp:cNvSpPr/>
      </dsp:nvSpPr>
      <dsp:spPr>
        <a:xfrm>
          <a:off x="0" y="2259700"/>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147F46E-58D7-4DBE-88EA-38647445DF8E}">
      <dsp:nvSpPr>
        <dsp:cNvPr id="0" name=""/>
        <dsp:cNvSpPr/>
      </dsp:nvSpPr>
      <dsp:spPr>
        <a:xfrm>
          <a:off x="502920" y="1949739"/>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100000"/>
            </a:lnSpc>
            <a:spcBef>
              <a:spcPct val="0"/>
            </a:spcBef>
            <a:spcAft>
              <a:spcPct val="35000"/>
            </a:spcAft>
            <a:buNone/>
          </a:pPr>
          <a:r>
            <a:rPr lang="fr-FR" sz="2100" kern="1200" noProof="0" dirty="0"/>
            <a:t>Machine Learning </a:t>
          </a:r>
        </a:p>
      </dsp:txBody>
      <dsp:txXfrm>
        <a:off x="533182" y="1980001"/>
        <a:ext cx="6980356" cy="559396"/>
      </dsp:txXfrm>
    </dsp:sp>
    <dsp:sp modelId="{D98DA01F-3018-42E9-A2EE-A1930DA7D31F}">
      <dsp:nvSpPr>
        <dsp:cNvPr id="0" name=""/>
        <dsp:cNvSpPr/>
      </dsp:nvSpPr>
      <dsp:spPr>
        <a:xfrm>
          <a:off x="0" y="3212260"/>
          <a:ext cx="10058399" cy="529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9BC5BDD-9A7F-483D-8057-4C610A9FB731}">
      <dsp:nvSpPr>
        <dsp:cNvPr id="0" name=""/>
        <dsp:cNvSpPr/>
      </dsp:nvSpPr>
      <dsp:spPr>
        <a:xfrm>
          <a:off x="502920" y="2902300"/>
          <a:ext cx="7040880" cy="61992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933450">
            <a:lnSpc>
              <a:spcPct val="100000"/>
            </a:lnSpc>
            <a:spcBef>
              <a:spcPct val="0"/>
            </a:spcBef>
            <a:spcAft>
              <a:spcPct val="35000"/>
            </a:spcAft>
            <a:buNone/>
          </a:pPr>
          <a:r>
            <a:rPr lang="fr-FR" sz="2100" b="1" kern="1200" noProof="0" dirty="0"/>
            <a:t>Résultats</a:t>
          </a:r>
          <a:endParaRPr lang="fr-FR" sz="2100" kern="1200" noProof="0" dirty="0"/>
        </a:p>
      </dsp:txBody>
      <dsp:txXfrm>
        <a:off x="533182" y="2932562"/>
        <a:ext cx="6980356"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A4D90B-9B4C-4D39-95A4-C563ED19FE5E}">
      <dsp:nvSpPr>
        <dsp:cNvPr id="0" name=""/>
        <dsp:cNvSpPr/>
      </dsp:nvSpPr>
      <dsp:spPr>
        <a:xfrm>
          <a:off x="404043" y="1430527"/>
          <a:ext cx="658125" cy="6581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DC71022-7FEE-4061-81BF-6880E614A3A5}">
      <dsp:nvSpPr>
        <dsp:cNvPr id="0" name=""/>
        <dsp:cNvSpPr/>
      </dsp:nvSpPr>
      <dsp:spPr>
        <a:xfrm>
          <a:off x="1856"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Objectif principal </a:t>
          </a:r>
          <a:r>
            <a:rPr lang="fr-FR" sz="1100" kern="1200"/>
            <a:t>: Prédire les émissions de CO2 et la consommation totale d'énergie. </a:t>
          </a:r>
          <a:endParaRPr lang="en-US" sz="1100" kern="1200"/>
        </a:p>
      </dsp:txBody>
      <dsp:txXfrm>
        <a:off x="1856" y="2400946"/>
        <a:ext cx="1462500" cy="1111228"/>
      </dsp:txXfrm>
    </dsp:sp>
    <dsp:sp modelId="{EBEE284F-62F2-4EDB-BB87-F080A083D3DB}">
      <dsp:nvSpPr>
        <dsp:cNvPr id="0" name=""/>
        <dsp:cNvSpPr/>
      </dsp:nvSpPr>
      <dsp:spPr>
        <a:xfrm>
          <a:off x="2122481" y="1430527"/>
          <a:ext cx="658125" cy="65812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EA5BC1-4C2A-48FC-86D4-5ACF21B464E6}">
      <dsp:nvSpPr>
        <dsp:cNvPr id="0" name=""/>
        <dsp:cNvSpPr/>
      </dsp:nvSpPr>
      <dsp:spPr>
        <a:xfrm>
          <a:off x="1720293"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Utilisation des données existantes </a:t>
          </a:r>
          <a:r>
            <a:rPr lang="fr-FR" sz="1100" kern="1200"/>
            <a:t>: Utiliser les relevés de consommation de 2016 pour prédire les valeurs futures des bâtiments.</a:t>
          </a:r>
          <a:endParaRPr lang="en-US" sz="1100" kern="1200"/>
        </a:p>
      </dsp:txBody>
      <dsp:txXfrm>
        <a:off x="1720293" y="2400946"/>
        <a:ext cx="1462500" cy="1111228"/>
      </dsp:txXfrm>
    </dsp:sp>
    <dsp:sp modelId="{A48DE26F-47AB-4D6B-9507-0193593472F1}">
      <dsp:nvSpPr>
        <dsp:cNvPr id="0" name=""/>
        <dsp:cNvSpPr/>
      </dsp:nvSpPr>
      <dsp:spPr>
        <a:xfrm>
          <a:off x="3840918" y="1430527"/>
          <a:ext cx="658125" cy="65812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8BB215C-9FCF-401E-8282-F5A892C0EB76}">
      <dsp:nvSpPr>
        <dsp:cNvPr id="0" name=""/>
        <dsp:cNvSpPr/>
      </dsp:nvSpPr>
      <dsp:spPr>
        <a:xfrm>
          <a:off x="3438731"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Analyse exploratoire : </a:t>
          </a:r>
          <a:r>
            <a:rPr lang="fr-FR" sz="1100" kern="1200"/>
            <a:t>Effectuer une analyse exploratoire des données pour mieux comprendre les variables et leur impact sur les prédictions.</a:t>
          </a:r>
          <a:endParaRPr lang="en-US" sz="1100" kern="1200"/>
        </a:p>
      </dsp:txBody>
      <dsp:txXfrm>
        <a:off x="3438731" y="2400946"/>
        <a:ext cx="1462500" cy="1111228"/>
      </dsp:txXfrm>
    </dsp:sp>
    <dsp:sp modelId="{6BF00FA4-A012-46DE-A38C-37D8C28E3858}">
      <dsp:nvSpPr>
        <dsp:cNvPr id="0" name=""/>
        <dsp:cNvSpPr/>
      </dsp:nvSpPr>
      <dsp:spPr>
        <a:xfrm>
          <a:off x="5559356" y="1430527"/>
          <a:ext cx="658125" cy="6581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0F4F9D-DD33-47C1-A2DB-D01881B43AFE}">
      <dsp:nvSpPr>
        <dsp:cNvPr id="0" name=""/>
        <dsp:cNvSpPr/>
      </dsp:nvSpPr>
      <dsp:spPr>
        <a:xfrm>
          <a:off x="5157168"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Modélisation :</a:t>
          </a:r>
          <a:r>
            <a:rPr lang="fr-FR" sz="1100" kern="1200"/>
            <a:t> Tester différents modèles de prédiction pour répondre à la problématique.</a:t>
          </a:r>
          <a:endParaRPr lang="en-US" sz="1100" kern="1200"/>
        </a:p>
      </dsp:txBody>
      <dsp:txXfrm>
        <a:off x="5157168" y="2400946"/>
        <a:ext cx="1462500" cy="1111228"/>
      </dsp:txXfrm>
    </dsp:sp>
    <dsp:sp modelId="{76C19EB9-22C5-4AD0-8139-FAD8EFFEBBF2}">
      <dsp:nvSpPr>
        <dsp:cNvPr id="0" name=""/>
        <dsp:cNvSpPr/>
      </dsp:nvSpPr>
      <dsp:spPr>
        <a:xfrm>
          <a:off x="7277793" y="1430527"/>
          <a:ext cx="658125" cy="65812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9DAD51-AADD-4F34-B5DC-1A718084D4C2}">
      <dsp:nvSpPr>
        <dsp:cNvPr id="0" name=""/>
        <dsp:cNvSpPr/>
      </dsp:nvSpPr>
      <dsp:spPr>
        <a:xfrm>
          <a:off x="6875606"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Optimisation des performances :</a:t>
          </a:r>
          <a:r>
            <a:rPr lang="fr-FR" sz="1100" kern="1200"/>
            <a:t> Appliquer des transformations aux variables (normalisation, passage au log, etc.) et utiliser des techniques de validation croisée pour évaluer les performances des modèles.</a:t>
          </a:r>
          <a:endParaRPr lang="en-US" sz="1100" kern="1200"/>
        </a:p>
      </dsp:txBody>
      <dsp:txXfrm>
        <a:off x="6875606" y="2400946"/>
        <a:ext cx="1462500" cy="1111228"/>
      </dsp:txXfrm>
    </dsp:sp>
    <dsp:sp modelId="{FB068108-9988-422C-8B50-60A90F1EC2EA}">
      <dsp:nvSpPr>
        <dsp:cNvPr id="0" name=""/>
        <dsp:cNvSpPr/>
      </dsp:nvSpPr>
      <dsp:spPr>
        <a:xfrm>
          <a:off x="8996231" y="1430527"/>
          <a:ext cx="658125" cy="65812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D8C7A4-F694-4EAB-8789-2BF6AEEAA249}">
      <dsp:nvSpPr>
        <dsp:cNvPr id="0" name=""/>
        <dsp:cNvSpPr/>
      </dsp:nvSpPr>
      <dsp:spPr>
        <a:xfrm>
          <a:off x="8594043" y="2400946"/>
          <a:ext cx="1462500" cy="11112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fr-FR" sz="1100" b="1" kern="1200"/>
            <a:t>Évaluation de l'ENERGY STAR Score : </a:t>
          </a:r>
          <a:r>
            <a:rPr lang="fr-FR" sz="1100" kern="1200"/>
            <a:t>Tester l'intérêt de l'intégration de l'ENERGY STAR Score dans la modélisation de la prédiction des émissions et de la consommation d’énergie.</a:t>
          </a:r>
          <a:endParaRPr lang="en-US" sz="1100" kern="1200"/>
        </a:p>
      </dsp:txBody>
      <dsp:txXfrm>
        <a:off x="8594043" y="2400946"/>
        <a:ext cx="1462500" cy="111122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96972-3E41-4D58-B2AE-4B0C5A14FD73}" type="datetimeFigureOut">
              <a:rPr lang="fr-FR" smtClean="0"/>
              <a:t>24/01/2025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199843-168D-46C8-BE8F-EF4E0FBC5722}" type="slidenum">
              <a:rPr lang="fr-FR" smtClean="0"/>
              <a:t>‹N°›</a:t>
            </a:fld>
            <a:endParaRPr lang="fr-FR"/>
          </a:p>
        </p:txBody>
      </p:sp>
    </p:spTree>
    <p:extLst>
      <p:ext uri="{BB962C8B-B14F-4D97-AF65-F5344CB8AC3E}">
        <p14:creationId xmlns:p14="http://schemas.microsoft.com/office/powerpoint/2010/main" val="32260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a:t>
            </a:fld>
            <a:endParaRPr lang="fr-FR"/>
          </a:p>
        </p:txBody>
      </p:sp>
    </p:spTree>
    <p:extLst>
      <p:ext uri="{BB962C8B-B14F-4D97-AF65-F5344CB8AC3E}">
        <p14:creationId xmlns:p14="http://schemas.microsoft.com/office/powerpoint/2010/main" val="4079259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2</a:t>
            </a:fld>
            <a:endParaRPr lang="fr-FR"/>
          </a:p>
        </p:txBody>
      </p:sp>
    </p:spTree>
    <p:extLst>
      <p:ext uri="{BB962C8B-B14F-4D97-AF65-F5344CB8AC3E}">
        <p14:creationId xmlns:p14="http://schemas.microsoft.com/office/powerpoint/2010/main" val="15790893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a:t>
            </a:fld>
            <a:endParaRPr lang="fr-FR"/>
          </a:p>
        </p:txBody>
      </p:sp>
    </p:spTree>
    <p:extLst>
      <p:ext uri="{BB962C8B-B14F-4D97-AF65-F5344CB8AC3E}">
        <p14:creationId xmlns:p14="http://schemas.microsoft.com/office/powerpoint/2010/main" val="4116914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4</a:t>
            </a:fld>
            <a:endParaRPr lang="fr-FR"/>
          </a:p>
        </p:txBody>
      </p:sp>
    </p:spTree>
    <p:extLst>
      <p:ext uri="{BB962C8B-B14F-4D97-AF65-F5344CB8AC3E}">
        <p14:creationId xmlns:p14="http://schemas.microsoft.com/office/powerpoint/2010/main" val="674203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5</a:t>
            </a:fld>
            <a:endParaRPr lang="fr-FR" dirty="0"/>
          </a:p>
        </p:txBody>
      </p:sp>
    </p:spTree>
    <p:extLst>
      <p:ext uri="{BB962C8B-B14F-4D97-AF65-F5344CB8AC3E}">
        <p14:creationId xmlns:p14="http://schemas.microsoft.com/office/powerpoint/2010/main" val="240201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6</a:t>
            </a:fld>
            <a:endParaRPr lang="fr-FR"/>
          </a:p>
        </p:txBody>
      </p:sp>
    </p:spTree>
    <p:extLst>
      <p:ext uri="{BB962C8B-B14F-4D97-AF65-F5344CB8AC3E}">
        <p14:creationId xmlns:p14="http://schemas.microsoft.com/office/powerpoint/2010/main" val="1704101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7</a:t>
            </a:fld>
            <a:endParaRPr lang="fr-FR"/>
          </a:p>
        </p:txBody>
      </p:sp>
    </p:spTree>
    <p:extLst>
      <p:ext uri="{BB962C8B-B14F-4D97-AF65-F5344CB8AC3E}">
        <p14:creationId xmlns:p14="http://schemas.microsoft.com/office/powerpoint/2010/main" val="3806283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8</a:t>
            </a:fld>
            <a:endParaRPr lang="fr-FR"/>
          </a:p>
        </p:txBody>
      </p:sp>
    </p:spTree>
    <p:extLst>
      <p:ext uri="{BB962C8B-B14F-4D97-AF65-F5344CB8AC3E}">
        <p14:creationId xmlns:p14="http://schemas.microsoft.com/office/powerpoint/2010/main" val="599810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noProof="0" dirty="0" err="1"/>
              <a:t>created_t</a:t>
            </a:r>
            <a:r>
              <a:rPr lang="fr-FR" sz="1200" noProof="0" dirty="0"/>
              <a:t> et </a:t>
            </a:r>
            <a:r>
              <a:rPr lang="fr-FR" sz="1200" noProof="0" dirty="0" err="1"/>
              <a:t>last_modified_t</a:t>
            </a:r>
            <a:r>
              <a:rPr lang="fr-FR" sz="1200" noProof="0" dirty="0"/>
              <a:t> sont la répétition de la colonne </a:t>
            </a:r>
            <a:r>
              <a:rPr lang="fr-FR" b="1" i="0" dirty="0" err="1">
                <a:solidFill>
                  <a:srgbClr val="000000"/>
                </a:solidFill>
                <a:effectLst/>
                <a:latin typeface="Helvetica Neue"/>
              </a:rPr>
              <a:t>created_datetime</a:t>
            </a:r>
            <a:r>
              <a:rPr lang="fr-FR" sz="1200" b="1" i="0" noProof="0" dirty="0">
                <a:solidFill>
                  <a:srgbClr val="000000"/>
                </a:solidFill>
                <a:effectLst/>
                <a:latin typeface="Helvetica Neue"/>
              </a:rPr>
              <a:t> de plus se sont des dates au format UNIX timestamp (nombre de secondes depuis le 1er janvier 1970)</a:t>
            </a:r>
          </a:p>
          <a:p>
            <a:r>
              <a:rPr lang="fr-FR" sz="1200" b="1" i="0" noProof="0" dirty="0">
                <a:solidFill>
                  <a:srgbClr val="000000"/>
                </a:solidFill>
                <a:effectLst/>
                <a:latin typeface="Helvetica Neue"/>
              </a:rPr>
              <a:t>Alors que la colonne qui </a:t>
            </a:r>
            <a:r>
              <a:rPr lang="fr-FR" sz="1200" b="1" i="0" noProof="0" dirty="0" err="1">
                <a:solidFill>
                  <a:srgbClr val="000000"/>
                </a:solidFill>
                <a:effectLst/>
                <a:latin typeface="Helvetica Neue"/>
              </a:rPr>
              <a:t>ui</a:t>
            </a:r>
            <a:r>
              <a:rPr lang="fr-FR" sz="1200" b="1" i="0" noProof="0" dirty="0">
                <a:solidFill>
                  <a:srgbClr val="000000"/>
                </a:solidFill>
                <a:effectLst/>
                <a:latin typeface="Helvetica Neue"/>
              </a:rPr>
              <a:t> se terminent par _</a:t>
            </a:r>
            <a:r>
              <a:rPr lang="fr-FR" sz="1200" b="1" i="0" noProof="0" dirty="0" err="1">
                <a:solidFill>
                  <a:srgbClr val="000000"/>
                </a:solidFill>
                <a:effectLst/>
                <a:latin typeface="Helvetica Neue"/>
              </a:rPr>
              <a:t>datetime</a:t>
            </a:r>
            <a:r>
              <a:rPr lang="fr-FR" sz="1200" b="1" i="0" noProof="0" dirty="0">
                <a:solidFill>
                  <a:srgbClr val="000000"/>
                </a:solidFill>
                <a:effectLst/>
                <a:latin typeface="Helvetica Neue"/>
              </a:rPr>
              <a:t> sont des dates au format iso8601 : </a:t>
            </a:r>
            <a:r>
              <a:rPr lang="fr-FR" sz="1200" b="1" i="0" noProof="0" dirty="0" err="1">
                <a:solidFill>
                  <a:srgbClr val="000000"/>
                </a:solidFill>
                <a:effectLst/>
                <a:latin typeface="Helvetica Neue"/>
              </a:rPr>
              <a:t>aaaa-mm-jjThh:mm</a:t>
            </a:r>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9</a:t>
            </a:fld>
            <a:endParaRPr lang="fr-FR"/>
          </a:p>
        </p:txBody>
      </p:sp>
    </p:spTree>
    <p:extLst>
      <p:ext uri="{BB962C8B-B14F-4D97-AF65-F5344CB8AC3E}">
        <p14:creationId xmlns:p14="http://schemas.microsoft.com/office/powerpoint/2010/main" val="153340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10</a:t>
            </a:fld>
            <a:endParaRPr lang="fr-FR"/>
          </a:p>
        </p:txBody>
      </p:sp>
    </p:spTree>
    <p:extLst>
      <p:ext uri="{BB962C8B-B14F-4D97-AF65-F5344CB8AC3E}">
        <p14:creationId xmlns:p14="http://schemas.microsoft.com/office/powerpoint/2010/main" val="2808402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Brands tags </a:t>
            </a:r>
            <a:r>
              <a:rPr lang="fr-FR" dirty="0" err="1"/>
              <a:t>répétion</a:t>
            </a:r>
            <a:r>
              <a:rPr lang="fr-FR" dirty="0"/>
              <a:t> de brands (les même information mais mieux écrites dans brands) </a:t>
            </a:r>
          </a:p>
          <a:p>
            <a:r>
              <a:rPr lang="fr-FR" dirty="0"/>
              <a:t>Countries et </a:t>
            </a:r>
            <a:r>
              <a:rPr lang="fr-FR" dirty="0" err="1"/>
              <a:t>countries_tags</a:t>
            </a:r>
            <a:r>
              <a:rPr lang="fr-FR" dirty="0"/>
              <a:t> répétition de </a:t>
            </a:r>
            <a:r>
              <a:rPr lang="fr-FR" dirty="0" err="1"/>
              <a:t>countries_fr</a:t>
            </a:r>
            <a:r>
              <a:rPr lang="fr-FR" dirty="0"/>
              <a:t> </a:t>
            </a:r>
          </a:p>
          <a:p>
            <a:r>
              <a:rPr lang="fr-FR" dirty="0"/>
              <a:t>States _FR </a:t>
            </a:r>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11</a:t>
            </a:fld>
            <a:endParaRPr lang="fr-FR"/>
          </a:p>
        </p:txBody>
      </p:sp>
    </p:spTree>
    <p:extLst>
      <p:ext uri="{BB962C8B-B14F-4D97-AF65-F5344CB8AC3E}">
        <p14:creationId xmlns:p14="http://schemas.microsoft.com/office/powerpoint/2010/main" val="2143521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12</a:t>
            </a:fld>
            <a:endParaRPr lang="fr-FR"/>
          </a:p>
        </p:txBody>
      </p:sp>
    </p:spTree>
    <p:extLst>
      <p:ext uri="{BB962C8B-B14F-4D97-AF65-F5344CB8AC3E}">
        <p14:creationId xmlns:p14="http://schemas.microsoft.com/office/powerpoint/2010/main" val="14586672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4738-B28D-171E-40DC-9FA5466E771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5A95DEB-ECD8-6836-07EE-CB385F43057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2C10281-F09D-0974-5C64-092902A3C18D}"/>
              </a:ext>
            </a:extLst>
          </p:cNvPr>
          <p:cNvSpPr>
            <a:spLocks noGrp="1"/>
          </p:cNvSpPr>
          <p:nvPr>
            <p:ph type="body" idx="1"/>
          </p:nvPr>
        </p:nvSpPr>
        <p:spPr/>
        <p:txBody>
          <a:bodyPr/>
          <a:lstStyle/>
          <a:p>
            <a:r>
              <a:rPr lang="fr-FR" b="0" i="0" dirty="0">
                <a:solidFill>
                  <a:srgbClr val="271A38"/>
                </a:solidFill>
                <a:effectLst/>
                <a:latin typeface="Inter"/>
              </a:rPr>
              <a:t>1.5 l’</a:t>
            </a:r>
            <a:r>
              <a:rPr lang="fr-FR" b="0" i="0" dirty="0" err="1">
                <a:solidFill>
                  <a:srgbClr val="271A38"/>
                </a:solidFill>
                <a:effectLst/>
                <a:latin typeface="Inter"/>
              </a:rPr>
              <a:t>interquatile</a:t>
            </a:r>
            <a:r>
              <a:rPr lang="fr-FR" b="0" i="0" dirty="0">
                <a:solidFill>
                  <a:srgbClr val="271A38"/>
                </a:solidFill>
                <a:effectLst/>
                <a:latin typeface="Inter"/>
              </a:rPr>
              <a:t> est une condition de détection </a:t>
            </a:r>
            <a:r>
              <a:rPr lang="fr-FR" b="0" i="0" dirty="0" err="1">
                <a:solidFill>
                  <a:srgbClr val="271A38"/>
                </a:solidFill>
                <a:effectLst/>
                <a:latin typeface="Inter"/>
              </a:rPr>
              <a:t>arbitaire</a:t>
            </a:r>
            <a:r>
              <a:rPr lang="fr-FR" b="0" i="0" dirty="0">
                <a:solidFill>
                  <a:srgbClr val="271A38"/>
                </a:solidFill>
                <a:effectLst/>
                <a:latin typeface="Inter"/>
              </a:rPr>
              <a:t>, que d'autres technique existent et que un </a:t>
            </a:r>
            <a:r>
              <a:rPr lang="fr-FR" b="0" i="0" dirty="0" err="1">
                <a:solidFill>
                  <a:srgbClr val="271A38"/>
                </a:solidFill>
                <a:effectLst/>
                <a:latin typeface="Inter"/>
              </a:rPr>
              <a:t>outilier</a:t>
            </a:r>
            <a:r>
              <a:rPr lang="fr-FR" b="0" i="0" dirty="0">
                <a:solidFill>
                  <a:srgbClr val="271A38"/>
                </a:solidFill>
                <a:effectLst/>
                <a:latin typeface="Inter"/>
              </a:rPr>
              <a:t> n'est pas forcément une valeur </a:t>
            </a:r>
            <a:r>
              <a:rPr lang="fr-FR" b="0" i="0" dirty="0" err="1">
                <a:solidFill>
                  <a:srgbClr val="271A38"/>
                </a:solidFill>
                <a:effectLst/>
                <a:latin typeface="Inter"/>
              </a:rPr>
              <a:t>aberrente</a:t>
            </a:r>
            <a:r>
              <a:rPr lang="fr-FR" b="0" i="0" dirty="0">
                <a:solidFill>
                  <a:srgbClr val="271A38"/>
                </a:solidFill>
                <a:effectLst/>
                <a:latin typeface="Inter"/>
              </a:rPr>
              <a:t> à supprimer. </a:t>
            </a:r>
            <a:r>
              <a:rPr lang="fr-FR" dirty="0"/>
              <a:t>Les valeurs situées en dehors de [Q1−1.5×IQR,Q3+1.5×IQR][Q1 - 1.5 \times IQR, Q3 + 1.5 \times IQR][Q1−1.5×IQR,Q3+1.5×IQR] sont considérées comme aberrantes.</a:t>
            </a:r>
            <a:endParaRPr lang="fr-FR" b="0" i="0" dirty="0">
              <a:solidFill>
                <a:srgbClr val="271A38"/>
              </a:solidFill>
              <a:effectLst/>
              <a:latin typeface="Inter"/>
            </a:endParaRPr>
          </a:p>
          <a:p>
            <a:r>
              <a:rPr lang="fr-FR" b="0" i="0" dirty="0">
                <a:solidFill>
                  <a:srgbClr val="271A38"/>
                </a:solidFill>
                <a:effectLst/>
                <a:latin typeface="Inter"/>
              </a:rPr>
              <a:t>Les </a:t>
            </a:r>
            <a:r>
              <a:rPr lang="fr-FR" b="0" i="0" dirty="0" err="1">
                <a:solidFill>
                  <a:srgbClr val="271A38"/>
                </a:solidFill>
                <a:effectLst/>
                <a:latin typeface="Inter"/>
              </a:rPr>
              <a:t>utres</a:t>
            </a:r>
            <a:r>
              <a:rPr lang="fr-FR" b="0" i="0" dirty="0">
                <a:solidFill>
                  <a:srgbClr val="271A38"/>
                </a:solidFill>
                <a:effectLst/>
                <a:latin typeface="Inter"/>
              </a:rPr>
              <a:t> techniques : </a:t>
            </a:r>
            <a:r>
              <a:rPr lang="fr-FR" dirty="0"/>
              <a:t>Z-Score , Test de </a:t>
            </a:r>
            <a:r>
              <a:rPr lang="fr-FR" dirty="0" err="1"/>
              <a:t>Grubbs</a:t>
            </a:r>
            <a:r>
              <a:rPr lang="fr-FR" dirty="0"/>
              <a:t>, </a:t>
            </a:r>
            <a:r>
              <a:rPr lang="fr-FR" b="1" dirty="0"/>
              <a:t>Distance de </a:t>
            </a:r>
            <a:r>
              <a:rPr lang="fr-FR" b="1" dirty="0" err="1"/>
              <a:t>Mahalanobis</a:t>
            </a:r>
            <a:r>
              <a:rPr lang="fr-FR" dirty="0"/>
              <a:t> : Identifie des points aberrants en tenant compte des corrélations entre les </a:t>
            </a:r>
            <a:r>
              <a:rPr lang="fr-FR" dirty="0" err="1"/>
              <a:t>variables.</a:t>
            </a:r>
            <a:r>
              <a:rPr lang="fr-FR" b="1" dirty="0" err="1"/>
              <a:t>KNN</a:t>
            </a:r>
            <a:r>
              <a:rPr lang="fr-FR" b="1" dirty="0"/>
              <a:t> (K-</a:t>
            </a:r>
            <a:r>
              <a:rPr lang="fr-FR" b="1" dirty="0" err="1"/>
              <a:t>Nearest</a:t>
            </a:r>
            <a:r>
              <a:rPr lang="fr-FR" b="1" dirty="0"/>
              <a:t> Neighbors)</a:t>
            </a:r>
            <a:r>
              <a:rPr lang="fr-FR" dirty="0"/>
              <a:t> : Compare chaque point à ses voisins les plus proches ; une forte distance peut signaler une aberration.</a:t>
            </a:r>
          </a:p>
        </p:txBody>
      </p:sp>
      <p:sp>
        <p:nvSpPr>
          <p:cNvPr id="4" name="Espace réservé du numéro de diapositive 3">
            <a:extLst>
              <a:ext uri="{FF2B5EF4-FFF2-40B4-BE49-F238E27FC236}">
                <a16:creationId xmlns:a16="http://schemas.microsoft.com/office/drawing/2014/main" id="{702B7DF8-1744-D189-2757-CA09BFC615B7}"/>
              </a:ext>
            </a:extLst>
          </p:cNvPr>
          <p:cNvSpPr>
            <a:spLocks noGrp="1"/>
          </p:cNvSpPr>
          <p:nvPr>
            <p:ph type="sldNum" sz="quarter" idx="5"/>
          </p:nvPr>
        </p:nvSpPr>
        <p:spPr/>
        <p:txBody>
          <a:bodyPr/>
          <a:lstStyle/>
          <a:p>
            <a:fld id="{CF199843-168D-46C8-BE8F-EF4E0FBC5722}" type="slidenum">
              <a:rPr lang="fr-FR" smtClean="0"/>
              <a:t>13</a:t>
            </a:fld>
            <a:endParaRPr lang="fr-FR"/>
          </a:p>
        </p:txBody>
      </p:sp>
    </p:spTree>
    <p:extLst>
      <p:ext uri="{BB962C8B-B14F-4D97-AF65-F5344CB8AC3E}">
        <p14:creationId xmlns:p14="http://schemas.microsoft.com/office/powerpoint/2010/main" val="31345665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9E7A7-A765-F447-953E-3DB2DA072F1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333A8F-BEF7-2E69-82C5-9A0850E7CC1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1FF926C-EB2E-7870-2B82-2A3AAA28AB48}"/>
              </a:ext>
            </a:extLst>
          </p:cNvPr>
          <p:cNvSpPr>
            <a:spLocks noGrp="1"/>
          </p:cNvSpPr>
          <p:nvPr>
            <p:ph type="body" idx="1"/>
          </p:nvPr>
        </p:nvSpPr>
        <p:spPr/>
        <p:txBody>
          <a:bodyPr/>
          <a:lstStyle/>
          <a:p>
            <a:pPr>
              <a:buFont typeface="Arial" panose="020B0604020202020204" pitchFamily="34" charset="0"/>
              <a:buChar char="•"/>
            </a:pPr>
            <a:r>
              <a:rPr lang="fr-FR" dirty="0"/>
              <a:t>"Initialement, la colonne energie_100g contenait des valeurs </a:t>
            </a:r>
            <a:r>
              <a:rPr lang="fr-FR" dirty="0" err="1"/>
              <a:t>abérantes</a:t>
            </a:r>
            <a:r>
              <a:rPr lang="fr-FR" dirty="0"/>
              <a:t> pouvant atteindre 3,23   … ce que nous </a:t>
            </a:r>
            <a:r>
              <a:rPr lang="fr-FR" dirty="0" err="1"/>
              <a:t>concidérons</a:t>
            </a:r>
            <a:r>
              <a:rPr lang="fr-FR" dirty="0"/>
              <a:t> comme valeurs extrêmes pouvant fausser les analyses statistiques et la visualisation des données."</a:t>
            </a:r>
          </a:p>
          <a:p>
            <a:r>
              <a:rPr lang="fr-FR" b="1" dirty="0"/>
              <a:t>Explication de l'effet des valeurs aberrantes</a:t>
            </a:r>
            <a:r>
              <a:rPr lang="fr-FR" dirty="0"/>
              <a:t> :</a:t>
            </a:r>
          </a:p>
          <a:p>
            <a:pPr>
              <a:buFont typeface="Arial" panose="020B0604020202020204" pitchFamily="34" charset="0"/>
              <a:buChar char="•"/>
            </a:pPr>
            <a:r>
              <a:rPr lang="fr-FR" dirty="0"/>
              <a:t>"Ces valeurs extrêmes ont pour effet de déformer le diagramme en boîte et l'histogramme, rendant difficile l'interprétation de la distribution réelle des données."</a:t>
            </a:r>
          </a:p>
          <a:p>
            <a:r>
              <a:rPr lang="fr-FR" b="1" dirty="0"/>
              <a:t>Suppression des valeurs aberrantes et résultats</a:t>
            </a:r>
            <a:r>
              <a:rPr lang="fr-FR" dirty="0"/>
              <a:t> :</a:t>
            </a:r>
          </a:p>
          <a:p>
            <a:pPr>
              <a:buFont typeface="Arial" panose="020B0604020202020204" pitchFamily="34" charset="0"/>
              <a:buChar char="•"/>
            </a:pPr>
            <a:r>
              <a:rPr lang="fr-FR" dirty="0"/>
              <a:t>"En supprimant ces valeurs aberrantes, la distribution s'est normalisée, ce qui se reflète dans les visualisations. l’histogramme montre une distribution plus représentative de l’ensemble des données."</a:t>
            </a:r>
          </a:p>
          <a:p>
            <a:r>
              <a:rPr lang="fr-FR" b="1" dirty="0"/>
              <a:t>Conclusion sur l'impact de la normalisation</a:t>
            </a:r>
            <a:r>
              <a:rPr lang="fr-FR" dirty="0"/>
              <a:t> :</a:t>
            </a:r>
          </a:p>
          <a:p>
            <a:pPr>
              <a:buFont typeface="Arial" panose="020B0604020202020204" pitchFamily="34" charset="0"/>
              <a:buChar char="•"/>
            </a:pPr>
            <a:r>
              <a:rPr lang="fr-FR" dirty="0"/>
              <a:t>"Grâce à cette normalisation, nous pouvons interpréter les statistiques descriptives et les tendances des données de façon plus fiable et représentative </a:t>
            </a:r>
            <a:r>
              <a:rPr lang="fr-FR" dirty="0" err="1"/>
              <a:t>deS</a:t>
            </a:r>
            <a:r>
              <a:rPr lang="fr-FR" dirty="0"/>
              <a:t> DONNEES."</a:t>
            </a:r>
          </a:p>
          <a:p>
            <a:endParaRPr lang="fr-FR" dirty="0"/>
          </a:p>
        </p:txBody>
      </p:sp>
      <p:sp>
        <p:nvSpPr>
          <p:cNvPr id="4" name="Espace réservé du numéro de diapositive 3">
            <a:extLst>
              <a:ext uri="{FF2B5EF4-FFF2-40B4-BE49-F238E27FC236}">
                <a16:creationId xmlns:a16="http://schemas.microsoft.com/office/drawing/2014/main" id="{D8D696A8-4E23-83E5-1142-2AB8C0DCBBA6}"/>
              </a:ext>
            </a:extLst>
          </p:cNvPr>
          <p:cNvSpPr>
            <a:spLocks noGrp="1"/>
          </p:cNvSpPr>
          <p:nvPr>
            <p:ph type="sldNum" sz="quarter" idx="5"/>
          </p:nvPr>
        </p:nvSpPr>
        <p:spPr/>
        <p:txBody>
          <a:bodyPr/>
          <a:lstStyle/>
          <a:p>
            <a:fld id="{CF199843-168D-46C8-BE8F-EF4E0FBC5722}" type="slidenum">
              <a:rPr lang="fr-FR" smtClean="0"/>
              <a:t>14</a:t>
            </a:fld>
            <a:endParaRPr lang="fr-FR"/>
          </a:p>
        </p:txBody>
      </p:sp>
    </p:spTree>
    <p:extLst>
      <p:ext uri="{BB962C8B-B14F-4D97-AF65-F5344CB8AC3E}">
        <p14:creationId xmlns:p14="http://schemas.microsoft.com/office/powerpoint/2010/main" val="3568309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17F60-54E8-9F6E-D9B3-D176A3C3934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2B7A049-5742-3983-8171-3A9D2E5AD32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B0E05F4-ECFB-59FD-83B1-4F31EBC76EAB}"/>
              </a:ext>
            </a:extLst>
          </p:cNvPr>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La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skewness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mesure le degré d'asymétrie d'une distribution par rapport à une distribution normale (symétrique).</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Si la distribution est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symétrique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la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skewness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est proche de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0</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Une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skewness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positive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signifie une queue plus longue à droite (les valeurs élevées sont plus fréquentes que prévu dans une distribution normale).</a:t>
            </a:r>
          </a:p>
          <a:p>
            <a:pPr marL="342900" lvl="0" indent="-342900">
              <a:lnSpc>
                <a:spcPct val="115000"/>
              </a:lnSpc>
              <a:spcAft>
                <a:spcPts val="800"/>
              </a:spcAft>
              <a:buSzPts val="1000"/>
              <a:buFont typeface="Symbol" panose="05050102010706020507" pitchFamily="18" charset="2"/>
              <a:buChar char=""/>
              <a:tabLst>
                <a:tab pos="4572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Une </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skewness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négative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signifie une queue plus longue à gauche (les valeurs faibles sont plus fréquentes).</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 Définition</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La kurtosis mesure la "taille des queues" d'une distribution et la concentration des données autour de la moyenne.</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Une distribution normale a une kurtosis égale à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3</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(souvent exprimée comme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kurtosis excédentaire = 0</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si on soustrait 3 pour normaliser l'interprétation).</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Une kurtosis élevée (&gt; 3) indique des queues plus épaisses et un pic plus prononcé (</a:t>
            </a:r>
            <a:r>
              <a:rPr lang="fr-FR" sz="1200" b="1" kern="100" dirty="0" err="1">
                <a:effectLst/>
                <a:latin typeface="Aptos" panose="020B0004020202020204" pitchFamily="34" charset="0"/>
                <a:ea typeface="Aptos" panose="020B0004020202020204" pitchFamily="34" charset="0"/>
                <a:cs typeface="Times New Roman" panose="02020603050405020304" pitchFamily="18" charset="0"/>
              </a:rPr>
              <a:t>leptokurtique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a:t>
            </a:r>
          </a:p>
          <a:p>
            <a:pPr>
              <a:lnSpc>
                <a:spcPct val="115000"/>
              </a:lnSpc>
              <a:spcAft>
                <a:spcPts val="800"/>
              </a:spcAf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Une kurtosis faible (&lt; 3) indique des queues plus fines et une distribution plus plate (</a:t>
            </a:r>
            <a:r>
              <a:rPr lang="fr-FR" sz="1200" b="1" kern="100" dirty="0" err="1">
                <a:effectLst/>
                <a:latin typeface="Aptos" panose="020B0004020202020204" pitchFamily="34" charset="0"/>
                <a:ea typeface="Aptos" panose="020B0004020202020204" pitchFamily="34" charset="0"/>
                <a:cs typeface="Times New Roman" panose="02020603050405020304" pitchFamily="18" charset="0"/>
              </a:rPr>
              <a:t>platykurtique</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 Test de normalité (Shapiro-</a:t>
            </a:r>
            <a:r>
              <a:rPr lang="fr-FR" sz="1200" b="1" kern="100" dirty="0" err="1">
                <a:effectLst/>
                <a:latin typeface="Aptos" panose="020B0004020202020204" pitchFamily="34" charset="0"/>
                <a:ea typeface="Aptos" panose="020B0004020202020204" pitchFamily="34" charset="0"/>
                <a:cs typeface="Times New Roman" panose="02020603050405020304" pitchFamily="18" charset="0"/>
              </a:rPr>
              <a:t>Wilk</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a:t>
            </a: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Définition</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Le test de Shapiro-</a:t>
            </a:r>
            <a:r>
              <a:rPr lang="fr-FR" sz="1200" kern="100" dirty="0" err="1">
                <a:effectLst/>
                <a:latin typeface="Aptos" panose="020B0004020202020204" pitchFamily="34" charset="0"/>
                <a:ea typeface="Aptos" panose="020B0004020202020204" pitchFamily="34" charset="0"/>
                <a:cs typeface="Times New Roman" panose="02020603050405020304" pitchFamily="18" charset="0"/>
              </a:rPr>
              <a:t>Wilk</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évalue si une distribution suit une loi normale. Il est basé sur la corrélation entre les données observées et les valeurs attendues si elles suivaient une distribution normale.</a:t>
            </a:r>
          </a:p>
          <a:p>
            <a:pPr marL="342900" lvl="0" indent="-342900">
              <a:lnSpc>
                <a:spcPct val="115000"/>
              </a:lnSpc>
              <a:spcAft>
                <a:spcPts val="800"/>
              </a:spcAft>
              <a:buSzPts val="1000"/>
              <a:buFont typeface="Symbol" panose="05050102010706020507" pitchFamily="18" charset="2"/>
              <a:buChar char=""/>
              <a:tabLst>
                <a:tab pos="4572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Hypothèses</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H0</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Les données suivent une distribution normale.</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H1</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 Les données ne suivent pas une distribution normale.</a:t>
            </a:r>
          </a:p>
          <a:p>
            <a:pPr marL="342900" lvl="0" indent="-342900">
              <a:lnSpc>
                <a:spcPct val="115000"/>
              </a:lnSpc>
              <a:spcAft>
                <a:spcPts val="800"/>
              </a:spcAft>
              <a:buSzPts val="1000"/>
              <a:buFont typeface="Symbol" panose="05050102010706020507" pitchFamily="18" charset="2"/>
              <a:buChar char=""/>
              <a:tabLst>
                <a:tab pos="457200" algn="l"/>
              </a:tabLst>
            </a:pPr>
            <a:r>
              <a:rPr lang="fr-FR" sz="1200" b="1" kern="100" dirty="0">
                <a:effectLst/>
                <a:latin typeface="Aptos" panose="020B0004020202020204" pitchFamily="34" charset="0"/>
                <a:ea typeface="Aptos" panose="020B0004020202020204" pitchFamily="34" charset="0"/>
                <a:cs typeface="Times New Roman" panose="02020603050405020304" pitchFamily="18" charset="0"/>
              </a:rPr>
              <a:t>Résultat</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Si le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p-value &gt; 0,05</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on ne rejette pas H0 (les données pourraient être normales).</a:t>
            </a:r>
          </a:p>
          <a:p>
            <a:pPr marL="742950" lvl="1" indent="-285750">
              <a:lnSpc>
                <a:spcPct val="115000"/>
              </a:lnSpc>
              <a:spcAft>
                <a:spcPts val="800"/>
              </a:spcAft>
              <a:buSzPts val="1000"/>
              <a:buFont typeface="Courier New" panose="02070309020205020404" pitchFamily="49" charset="0"/>
              <a:buChar char="o"/>
              <a:tabLst>
                <a:tab pos="914400" algn="l"/>
              </a:tabLst>
            </a:pPr>
            <a:r>
              <a:rPr lang="fr-FR" sz="1200" kern="100" dirty="0">
                <a:effectLst/>
                <a:latin typeface="Aptos" panose="020B0004020202020204" pitchFamily="34" charset="0"/>
                <a:ea typeface="Aptos" panose="020B0004020202020204" pitchFamily="34" charset="0"/>
                <a:cs typeface="Times New Roman" panose="02020603050405020304" pitchFamily="18" charset="0"/>
              </a:rPr>
              <a:t>Si le </a:t>
            </a:r>
            <a:r>
              <a:rPr lang="fr-FR" sz="1200" b="1" kern="100" dirty="0">
                <a:effectLst/>
                <a:latin typeface="Aptos" panose="020B0004020202020204" pitchFamily="34" charset="0"/>
                <a:ea typeface="Aptos" panose="020B0004020202020204" pitchFamily="34" charset="0"/>
                <a:cs typeface="Times New Roman" panose="02020603050405020304" pitchFamily="18" charset="0"/>
              </a:rPr>
              <a:t>p-value ≤ 0,05</a:t>
            </a:r>
            <a:r>
              <a:rPr lang="fr-FR" sz="1200" kern="100" dirty="0">
                <a:effectLst/>
                <a:latin typeface="Aptos" panose="020B0004020202020204" pitchFamily="34" charset="0"/>
                <a:ea typeface="Aptos" panose="020B0004020202020204" pitchFamily="34" charset="0"/>
                <a:cs typeface="Times New Roman" panose="02020603050405020304" pitchFamily="18" charset="0"/>
              </a:rPr>
              <a:t>, on rejette H0 (les données ne sont pas normales).</a:t>
            </a:r>
          </a:p>
          <a:p>
            <a:pPr>
              <a:lnSpc>
                <a:spcPct val="115000"/>
              </a:lnSpc>
              <a:spcAft>
                <a:spcPts val="800"/>
              </a:spcAft>
            </a:pPr>
            <a:r>
              <a:rPr lang="fr-FR" sz="1800" b="1" kern="100" dirty="0">
                <a:effectLst/>
                <a:latin typeface="Aptos" panose="020B0004020202020204" pitchFamily="34" charset="0"/>
                <a:ea typeface="Aptos" panose="020B0004020202020204" pitchFamily="34" charset="0"/>
                <a:cs typeface="Times New Roman" panose="02020603050405020304" pitchFamily="18" charset="0"/>
              </a:rPr>
              <a:t>Relations entre ces concepts :</a:t>
            </a:r>
            <a:endParaRPr lang="fr-FR" sz="1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err="1">
                <a:effectLst/>
                <a:latin typeface="Aptos" panose="020B0004020202020204" pitchFamily="34" charset="0"/>
                <a:ea typeface="Aptos" panose="020B0004020202020204" pitchFamily="34" charset="0"/>
                <a:cs typeface="Times New Roman" panose="02020603050405020304" pitchFamily="18" charset="0"/>
              </a:rPr>
              <a:t>Skewness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et kurtosis sont des indicateurs utiles pour détecter des écarts par rapport à la normalité.</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 test de Shapiro-</a:t>
            </a:r>
            <a:r>
              <a:rPr lang="fr-FR" sz="1800" kern="100" dirty="0" err="1">
                <a:effectLst/>
                <a:latin typeface="Aptos" panose="020B0004020202020204" pitchFamily="34" charset="0"/>
                <a:ea typeface="Aptos" panose="020B0004020202020204" pitchFamily="34" charset="0"/>
                <a:cs typeface="Times New Roman" panose="02020603050405020304" pitchFamily="18" charset="0"/>
              </a:rPr>
              <a:t>Wilk</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est une méthode statistique pour valider quantitativement si une distribution est normale.</a:t>
            </a:r>
          </a:p>
          <a:p>
            <a:pPr marL="742950" lvl="1" indent="-285750">
              <a:lnSpc>
                <a:spcPct val="115000"/>
              </a:lnSpc>
              <a:spcAft>
                <a:spcPts val="800"/>
              </a:spcAft>
              <a:buSzPts val="1000"/>
              <a:buFont typeface="Courier New" panose="02070309020205020404" pitchFamily="49" charset="0"/>
              <a:buChar char="o"/>
              <a:tabLst>
                <a:tab pos="914400" algn="l"/>
              </a:tabLst>
            </a:pP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p>
            <a:pPr marL="742950" lvl="1" indent="-285750">
              <a:lnSpc>
                <a:spcPct val="115000"/>
              </a:lnSpc>
              <a:spcAft>
                <a:spcPts val="800"/>
              </a:spcAft>
              <a:buSzPts val="1000"/>
              <a:buFont typeface="Courier New" panose="02070309020205020404" pitchFamily="49" charset="0"/>
              <a:buChar char="o"/>
              <a:tabLst>
                <a:tab pos="914400" algn="l"/>
              </a:tabLst>
            </a:pPr>
            <a:endParaRPr lang="fr-FR" sz="12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fr-FR" dirty="0"/>
          </a:p>
        </p:txBody>
      </p:sp>
      <p:sp>
        <p:nvSpPr>
          <p:cNvPr id="4" name="Espace réservé du numéro de diapositive 3">
            <a:extLst>
              <a:ext uri="{FF2B5EF4-FFF2-40B4-BE49-F238E27FC236}">
                <a16:creationId xmlns:a16="http://schemas.microsoft.com/office/drawing/2014/main" id="{CDA7F755-2560-C78F-5473-8A7EA22F80C9}"/>
              </a:ext>
            </a:extLst>
          </p:cNvPr>
          <p:cNvSpPr>
            <a:spLocks noGrp="1"/>
          </p:cNvSpPr>
          <p:nvPr>
            <p:ph type="sldNum" sz="quarter" idx="5"/>
          </p:nvPr>
        </p:nvSpPr>
        <p:spPr/>
        <p:txBody>
          <a:bodyPr/>
          <a:lstStyle/>
          <a:p>
            <a:fld id="{CF199843-168D-46C8-BE8F-EF4E0FBC5722}" type="slidenum">
              <a:rPr lang="fr-FR" smtClean="0"/>
              <a:t>15</a:t>
            </a:fld>
            <a:endParaRPr lang="fr-FR"/>
          </a:p>
        </p:txBody>
      </p:sp>
    </p:spTree>
    <p:extLst>
      <p:ext uri="{BB962C8B-B14F-4D97-AF65-F5344CB8AC3E}">
        <p14:creationId xmlns:p14="http://schemas.microsoft.com/office/powerpoint/2010/main" val="39480341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F4B24-0E6F-B931-3C9F-2B8278D1316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CC7AFE0-CB2D-0A58-3273-F57D9F30F1A1}"/>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95578BC-D32F-819B-2D79-FBF97FF81FE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D3AD0DF-F06A-BF5A-8D3E-EA83E256DC12}"/>
              </a:ext>
            </a:extLst>
          </p:cNvPr>
          <p:cNvSpPr>
            <a:spLocks noGrp="1"/>
          </p:cNvSpPr>
          <p:nvPr>
            <p:ph type="sldNum" sz="quarter" idx="5"/>
          </p:nvPr>
        </p:nvSpPr>
        <p:spPr/>
        <p:txBody>
          <a:bodyPr/>
          <a:lstStyle/>
          <a:p>
            <a:fld id="{CF199843-168D-46C8-BE8F-EF4E0FBC5722}" type="slidenum">
              <a:rPr lang="fr-FR" smtClean="0"/>
              <a:t>16</a:t>
            </a:fld>
            <a:endParaRPr lang="fr-FR"/>
          </a:p>
        </p:txBody>
      </p:sp>
    </p:spTree>
    <p:extLst>
      <p:ext uri="{BB962C8B-B14F-4D97-AF65-F5344CB8AC3E}">
        <p14:creationId xmlns:p14="http://schemas.microsoft.com/office/powerpoint/2010/main" val="13390984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BB562-6695-D4F7-D9F6-CA9CC42F69F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EFE076-AAB3-0209-0F35-E8AC80AF40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82C9137-DBA6-D5B9-2289-481647AA351D}"/>
              </a:ext>
            </a:extLst>
          </p:cNvPr>
          <p:cNvSpPr>
            <a:spLocks noGrp="1"/>
          </p:cNvSpPr>
          <p:nvPr>
            <p:ph type="body" idx="1"/>
          </p:nvPr>
        </p:nvSpPr>
        <p:spPr/>
        <p:txBody>
          <a:bodyPr/>
          <a:lstStyle/>
          <a:p>
            <a:r>
              <a:rPr lang="fr-FR" b="1" dirty="0"/>
              <a:t>Avant suppression des valeurs aberrantes</a:t>
            </a:r>
          </a:p>
          <a:p>
            <a:pPr>
              <a:buFont typeface="Arial" panose="020B0604020202020204" pitchFamily="34" charset="0"/>
              <a:buChar char="•"/>
            </a:pPr>
            <a:r>
              <a:rPr lang="fr-FR" dirty="0"/>
              <a:t>L'échelle de l'axe horizontal (allant jusqu’à 1e6 soit </a:t>
            </a:r>
            <a:r>
              <a:rPr lang="fr-FR" b="1" dirty="0"/>
              <a:t>1 000 000 kJ</a:t>
            </a:r>
            <a:r>
              <a:rPr lang="fr-FR" dirty="0"/>
              <a:t>) indique la présence de valeurs aberrantes extrêmement élevées qui faussent la distribution.</a:t>
            </a:r>
          </a:p>
          <a:p>
            <a:pPr>
              <a:buFont typeface="Arial" panose="020B0604020202020204" pitchFamily="34" charset="0"/>
              <a:buChar char="•"/>
            </a:pPr>
            <a:r>
              <a:rPr lang="fr-FR" dirty="0"/>
              <a:t>Ces valeurs aberrantes écrasent les autres données, rendant leur répartition invisible.</a:t>
            </a:r>
          </a:p>
          <a:p>
            <a:pPr>
              <a:buFont typeface="Arial" panose="020B0604020202020204" pitchFamily="34" charset="0"/>
              <a:buChar char="•"/>
            </a:pPr>
            <a:r>
              <a:rPr lang="fr-FR" dirty="0"/>
              <a:t>Ces points sont manifestement erronés : aucun aliment ne peut contenir autant d'énergie pour 100 g (cela dépasse largement les limites physiques réalistes).</a:t>
            </a:r>
          </a:p>
          <a:p>
            <a:r>
              <a:rPr lang="fr-FR" b="1" dirty="0"/>
              <a:t>Après suppression des valeurs aberrantes</a:t>
            </a:r>
          </a:p>
          <a:p>
            <a:pPr>
              <a:buFont typeface="Arial" panose="020B0604020202020204" pitchFamily="34" charset="0"/>
              <a:buChar char="•"/>
            </a:pPr>
            <a:r>
              <a:rPr lang="fr-FR" dirty="0"/>
              <a:t>Après la suppression des valeurs aberrantes, la distribution devient beaucoup plus claire et lisible :</a:t>
            </a:r>
          </a:p>
          <a:p>
            <a:pPr marL="742950" lvl="1" indent="-285750">
              <a:buFont typeface="Arial" panose="020B0604020202020204" pitchFamily="34" charset="0"/>
              <a:buChar char="•"/>
            </a:pPr>
            <a:r>
              <a:rPr lang="fr-FR" dirty="0"/>
              <a:t>Les valeurs sont concentrées dans une plage normale, entre </a:t>
            </a:r>
            <a:r>
              <a:rPr lang="fr-FR" b="1" dirty="0"/>
              <a:t>0 et 3500 kJ</a:t>
            </a:r>
            <a:r>
              <a:rPr lang="fr-FR" dirty="0"/>
              <a:t>, ce qui est typique pour les aliments (par exemple, aliments faibles en énergie comme les fruits ou riches comme les produits gras).</a:t>
            </a:r>
          </a:p>
          <a:p>
            <a:pPr marL="742950" lvl="1" indent="-285750">
              <a:buFont typeface="Arial" panose="020B0604020202020204" pitchFamily="34" charset="0"/>
              <a:buChar char="•"/>
            </a:pPr>
            <a:r>
              <a:rPr lang="fr-FR" dirty="0"/>
              <a:t>La répartition montre une décroissance progressive vers les valeurs élevées, avec un pic autour de </a:t>
            </a:r>
            <a:r>
              <a:rPr lang="fr-FR" b="1" dirty="0"/>
              <a:t>500 kJ</a:t>
            </a:r>
            <a:r>
              <a:rPr lang="fr-FR" dirty="0"/>
              <a:t>, reflétant des aliments courants ayant une faible densité énergétique.</a:t>
            </a:r>
          </a:p>
          <a:p>
            <a:pPr>
              <a:buFont typeface="Arial" panose="020B0604020202020204" pitchFamily="34" charset="0"/>
              <a:buChar char="•"/>
            </a:pPr>
            <a:r>
              <a:rPr lang="fr-FR" dirty="0"/>
              <a:t>Les valeurs restantes sont plus exploitables pour des analyses statistiques.</a:t>
            </a:r>
          </a:p>
          <a:p>
            <a:pPr>
              <a:buFont typeface="Arial" panose="020B0604020202020204" pitchFamily="34" charset="0"/>
              <a:buChar char="•"/>
            </a:pPr>
            <a:endParaRPr lang="fr-FR" dirty="0"/>
          </a:p>
        </p:txBody>
      </p:sp>
      <p:sp>
        <p:nvSpPr>
          <p:cNvPr id="4" name="Espace réservé du numéro de diapositive 3">
            <a:extLst>
              <a:ext uri="{FF2B5EF4-FFF2-40B4-BE49-F238E27FC236}">
                <a16:creationId xmlns:a16="http://schemas.microsoft.com/office/drawing/2014/main" id="{6E017EEC-9A45-2BB9-1082-C611AA289608}"/>
              </a:ext>
            </a:extLst>
          </p:cNvPr>
          <p:cNvSpPr>
            <a:spLocks noGrp="1"/>
          </p:cNvSpPr>
          <p:nvPr>
            <p:ph type="sldNum" sz="quarter" idx="5"/>
          </p:nvPr>
        </p:nvSpPr>
        <p:spPr/>
        <p:txBody>
          <a:bodyPr/>
          <a:lstStyle/>
          <a:p>
            <a:fld id="{CF199843-168D-46C8-BE8F-EF4E0FBC5722}" type="slidenum">
              <a:rPr lang="fr-FR" smtClean="0"/>
              <a:t>17</a:t>
            </a:fld>
            <a:endParaRPr lang="fr-FR"/>
          </a:p>
        </p:txBody>
      </p:sp>
    </p:spTree>
    <p:extLst>
      <p:ext uri="{BB962C8B-B14F-4D97-AF65-F5344CB8AC3E}">
        <p14:creationId xmlns:p14="http://schemas.microsoft.com/office/powerpoint/2010/main" val="2154090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059EC-F182-C306-7B74-B2B91D5200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1C50A15-1751-5565-F927-22850F8A053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9A90E27-5137-84FB-2811-7012AAA707A9}"/>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745D4002-1241-E31C-D55C-3DAA76DE85ED}"/>
              </a:ext>
            </a:extLst>
          </p:cNvPr>
          <p:cNvSpPr>
            <a:spLocks noGrp="1"/>
          </p:cNvSpPr>
          <p:nvPr>
            <p:ph type="sldNum" sz="quarter" idx="5"/>
          </p:nvPr>
        </p:nvSpPr>
        <p:spPr/>
        <p:txBody>
          <a:bodyPr/>
          <a:lstStyle/>
          <a:p>
            <a:fld id="{CF199843-168D-46C8-BE8F-EF4E0FBC5722}" type="slidenum">
              <a:rPr lang="fr-FR" smtClean="0"/>
              <a:t>18</a:t>
            </a:fld>
            <a:endParaRPr lang="fr-FR"/>
          </a:p>
        </p:txBody>
      </p:sp>
    </p:spTree>
    <p:extLst>
      <p:ext uri="{BB962C8B-B14F-4D97-AF65-F5344CB8AC3E}">
        <p14:creationId xmlns:p14="http://schemas.microsoft.com/office/powerpoint/2010/main" val="2658859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2E7AD-5268-E769-55AF-B579AB813EF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C726701-4BB0-B956-CC81-1622AC5358B9}"/>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D38F9C4-6FA7-5FB8-BDC3-2A1A65A1D8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20AB17B-3CBD-E54F-A67A-76CA0D6B6002}"/>
              </a:ext>
            </a:extLst>
          </p:cNvPr>
          <p:cNvSpPr>
            <a:spLocks noGrp="1"/>
          </p:cNvSpPr>
          <p:nvPr>
            <p:ph type="sldNum" sz="quarter" idx="5"/>
          </p:nvPr>
        </p:nvSpPr>
        <p:spPr/>
        <p:txBody>
          <a:bodyPr/>
          <a:lstStyle/>
          <a:p>
            <a:fld id="{CF199843-168D-46C8-BE8F-EF4E0FBC5722}" type="slidenum">
              <a:rPr lang="fr-FR" smtClean="0"/>
              <a:t>19</a:t>
            </a:fld>
            <a:endParaRPr lang="fr-FR"/>
          </a:p>
        </p:txBody>
      </p:sp>
    </p:spTree>
    <p:extLst>
      <p:ext uri="{BB962C8B-B14F-4D97-AF65-F5344CB8AC3E}">
        <p14:creationId xmlns:p14="http://schemas.microsoft.com/office/powerpoint/2010/main" val="1062900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F62D1-32F1-B9BE-3DBE-9692623489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E3BB38A-64F4-313C-3D70-B86AB7B445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FA4470F-18AB-2BB6-D7CD-AD087D4EC6F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21F9BFA-C6C8-5DDF-8CA4-19CEE8CE4807}"/>
              </a:ext>
            </a:extLst>
          </p:cNvPr>
          <p:cNvSpPr>
            <a:spLocks noGrp="1"/>
          </p:cNvSpPr>
          <p:nvPr>
            <p:ph type="sldNum" sz="quarter" idx="5"/>
          </p:nvPr>
        </p:nvSpPr>
        <p:spPr/>
        <p:txBody>
          <a:bodyPr/>
          <a:lstStyle/>
          <a:p>
            <a:fld id="{CF199843-168D-46C8-BE8F-EF4E0FBC5722}" type="slidenum">
              <a:rPr lang="fr-FR" smtClean="0"/>
              <a:t>20</a:t>
            </a:fld>
            <a:endParaRPr lang="fr-FR"/>
          </a:p>
        </p:txBody>
      </p:sp>
    </p:spTree>
    <p:extLst>
      <p:ext uri="{BB962C8B-B14F-4D97-AF65-F5344CB8AC3E}">
        <p14:creationId xmlns:p14="http://schemas.microsoft.com/office/powerpoint/2010/main" val="722796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AEBBA-8F3A-78BE-346E-5FD8E23468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7F30070-4E73-7F1B-04EC-E1A051B7389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3EC0453-A991-79D6-A804-9311FC546000}"/>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C482606-4B98-0E96-3DCA-1659F983D440}"/>
              </a:ext>
            </a:extLst>
          </p:cNvPr>
          <p:cNvSpPr>
            <a:spLocks noGrp="1"/>
          </p:cNvSpPr>
          <p:nvPr>
            <p:ph type="sldNum" sz="quarter" idx="5"/>
          </p:nvPr>
        </p:nvSpPr>
        <p:spPr/>
        <p:txBody>
          <a:bodyPr/>
          <a:lstStyle/>
          <a:p>
            <a:fld id="{CF199843-168D-46C8-BE8F-EF4E0FBC5722}" type="slidenum">
              <a:rPr lang="fr-FR" smtClean="0"/>
              <a:t>21</a:t>
            </a:fld>
            <a:endParaRPr lang="fr-FR"/>
          </a:p>
        </p:txBody>
      </p:sp>
    </p:spTree>
    <p:extLst>
      <p:ext uri="{BB962C8B-B14F-4D97-AF65-F5344CB8AC3E}">
        <p14:creationId xmlns:p14="http://schemas.microsoft.com/office/powerpoint/2010/main" val="28924701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0D5F5-FFDD-8265-972C-E6B1AB867EB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DE0E247-58F3-A811-A95D-44883EE13EC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A9B23B-A5CE-5DA9-EF9F-50EC5F4B1F1D}"/>
              </a:ext>
            </a:extLst>
          </p:cNvPr>
          <p:cNvSpPr>
            <a:spLocks noGrp="1"/>
          </p:cNvSpPr>
          <p:nvPr>
            <p:ph type="body" idx="1"/>
          </p:nvPr>
        </p:nvSpPr>
        <p:spPr/>
        <p:txBody>
          <a:bodyPr/>
          <a:lstStyle/>
          <a:p>
            <a:r>
              <a:rPr lang="fr-FR" b="1" dirty="0"/>
              <a:t>À gauche : Avant suppression des valeurs aberrantes</a:t>
            </a:r>
          </a:p>
          <a:p>
            <a:pPr>
              <a:buFont typeface="Arial" panose="020B0604020202020204" pitchFamily="34" charset="0"/>
              <a:buChar char="•"/>
            </a:pPr>
            <a:r>
              <a:rPr lang="fr-FR" dirty="0"/>
              <a:t>On observe des valeurs extrêmement élevées allant jusqu’à </a:t>
            </a:r>
            <a:r>
              <a:rPr lang="fr-FR" b="1" dirty="0"/>
              <a:t>5000 g</a:t>
            </a:r>
            <a:r>
              <a:rPr lang="fr-FR" dirty="0"/>
              <a:t> de fibres pour 100 g, ce qui est irréaliste (au-delà des limites biologiques ou physiques d’un aliment).</a:t>
            </a:r>
          </a:p>
          <a:p>
            <a:pPr>
              <a:buFont typeface="Arial" panose="020B0604020202020204" pitchFamily="34" charset="0"/>
              <a:buChar char="•"/>
            </a:pPr>
            <a:r>
              <a:rPr lang="fr-FR" dirty="0"/>
              <a:t>Ces valeurs aberrantes faussent la distribution : la majorité des données est concentrée près de </a:t>
            </a:r>
            <a:r>
              <a:rPr lang="fr-FR" b="1" dirty="0"/>
              <a:t>0</a:t>
            </a:r>
            <a:r>
              <a:rPr lang="fr-FR" dirty="0"/>
              <a:t>, mais l'échelle de l'axe horizontal est dominée par ces valeurs extrêmes, rendant les détails invisibles pour les autres points.</a:t>
            </a:r>
          </a:p>
          <a:p>
            <a:r>
              <a:rPr lang="fr-FR" b="1" dirty="0"/>
              <a:t>À droite : Après suppression des valeurs aberrantes</a:t>
            </a:r>
          </a:p>
          <a:p>
            <a:pPr>
              <a:buFont typeface="Arial" panose="020B0604020202020204" pitchFamily="34" charset="0"/>
              <a:buChar char="•"/>
            </a:pPr>
            <a:r>
              <a:rPr lang="fr-FR" dirty="0"/>
              <a:t>Après la suppression des valeurs aberrantes, la distribution est plus réaliste. Les teneurs en fibres se situent désormais dans une plage raisonnable, principalement entre </a:t>
            </a:r>
            <a:r>
              <a:rPr lang="fr-FR" b="1" dirty="0"/>
              <a:t>0 et 10 g</a:t>
            </a:r>
            <a:r>
              <a:rPr lang="fr-FR" dirty="0"/>
              <a:t> pour 100 g, ce qui correspond aux teneurs usuelles des aliments.</a:t>
            </a:r>
          </a:p>
          <a:p>
            <a:pPr>
              <a:buFont typeface="Arial" panose="020B0604020202020204" pitchFamily="34" charset="0"/>
              <a:buChar char="•"/>
            </a:pPr>
            <a:r>
              <a:rPr lang="fr-FR" dirty="0"/>
              <a:t>Une barre très élevée à </a:t>
            </a:r>
            <a:r>
              <a:rPr lang="fr-FR" b="1" dirty="0"/>
              <a:t>0</a:t>
            </a:r>
            <a:r>
              <a:rPr lang="fr-FR" dirty="0"/>
              <a:t> suggère que beaucoup d'aliments contiennent peu ou pas de fibres (ce qui est attendu pour de nombreux produits alimentaires transformés).</a:t>
            </a:r>
          </a:p>
          <a:p>
            <a:pPr>
              <a:buFont typeface="Arial" panose="020B0604020202020204" pitchFamily="34" charset="0"/>
              <a:buChar char="•"/>
            </a:pPr>
            <a:r>
              <a:rPr lang="fr-FR" dirty="0"/>
              <a:t>On peut désormais observer une répartition normale des valeurs restantes, avec une queue à droite (aliments riches en fibres, comme les céréales ou les légumineuses).</a:t>
            </a:r>
          </a:p>
          <a:p>
            <a:endParaRPr lang="fr-FR" dirty="0"/>
          </a:p>
        </p:txBody>
      </p:sp>
      <p:sp>
        <p:nvSpPr>
          <p:cNvPr id="4" name="Espace réservé du numéro de diapositive 3">
            <a:extLst>
              <a:ext uri="{FF2B5EF4-FFF2-40B4-BE49-F238E27FC236}">
                <a16:creationId xmlns:a16="http://schemas.microsoft.com/office/drawing/2014/main" id="{070AD0BC-AE18-5C85-A173-34934C8E1512}"/>
              </a:ext>
            </a:extLst>
          </p:cNvPr>
          <p:cNvSpPr>
            <a:spLocks noGrp="1"/>
          </p:cNvSpPr>
          <p:nvPr>
            <p:ph type="sldNum" sz="quarter" idx="5"/>
          </p:nvPr>
        </p:nvSpPr>
        <p:spPr/>
        <p:txBody>
          <a:bodyPr/>
          <a:lstStyle/>
          <a:p>
            <a:fld id="{CF199843-168D-46C8-BE8F-EF4E0FBC5722}" type="slidenum">
              <a:rPr lang="fr-FR" smtClean="0"/>
              <a:t>22</a:t>
            </a:fld>
            <a:endParaRPr lang="fr-FR"/>
          </a:p>
        </p:txBody>
      </p:sp>
    </p:spTree>
    <p:extLst>
      <p:ext uri="{BB962C8B-B14F-4D97-AF65-F5344CB8AC3E}">
        <p14:creationId xmlns:p14="http://schemas.microsoft.com/office/powerpoint/2010/main" val="2662978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01ED7-A505-B47F-41FA-764907ABE15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E30038D-9463-9BC6-457F-23D053B6D68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C9D4612-160B-E889-C7D3-10B53418988F}"/>
              </a:ext>
            </a:extLst>
          </p:cNvPr>
          <p:cNvSpPr>
            <a:spLocks noGrp="1"/>
          </p:cNvSpPr>
          <p:nvPr>
            <p:ph type="body" idx="1"/>
          </p:nvPr>
        </p:nvSpPr>
        <p:spPr/>
        <p:txBody>
          <a:bodyPr/>
          <a:lstStyle/>
          <a:p>
            <a:r>
              <a:rPr lang="fr-FR" b="1" dirty="0"/>
              <a:t>Avant suppression des valeurs aberrantes</a:t>
            </a:r>
          </a:p>
          <a:p>
            <a:pPr>
              <a:buFont typeface="Arial" panose="020B0604020202020204" pitchFamily="34" charset="0"/>
              <a:buChar char="•"/>
            </a:pPr>
            <a:r>
              <a:rPr lang="fr-FR" dirty="0"/>
              <a:t>L'échelle des valeurs est fortement étendue, avec des valeurs allant jusqu'à environ </a:t>
            </a:r>
            <a:r>
              <a:rPr lang="fr-FR" b="1" dirty="0"/>
              <a:t>800</a:t>
            </a:r>
            <a:r>
              <a:rPr lang="fr-FR" dirty="0"/>
              <a:t> (positives et négatives), ce qui est très inhabituel pour une variable représentant des protéines dans des aliments (généralement limitée à une plage réaliste, comme 0-25 g pour 100 g).</a:t>
            </a:r>
          </a:p>
          <a:p>
            <a:pPr>
              <a:buFont typeface="Arial" panose="020B0604020202020204" pitchFamily="34" charset="0"/>
              <a:buChar char="•"/>
            </a:pPr>
            <a:r>
              <a:rPr lang="fr-FR" dirty="0"/>
              <a:t>Ces valeurs extrêmes (positives ou négatives) sont probablement des </a:t>
            </a:r>
            <a:r>
              <a:rPr lang="fr-FR" b="1" dirty="0"/>
              <a:t>valeurs aberrantes</a:t>
            </a:r>
            <a:r>
              <a:rPr lang="fr-FR" dirty="0"/>
              <a:t>, issues d'erreurs de saisie, de problèmes dans les données ou d'exceptions très rares.</a:t>
            </a:r>
          </a:p>
          <a:p>
            <a:pPr>
              <a:buFont typeface="Arial" panose="020B0604020202020204" pitchFamily="34" charset="0"/>
              <a:buChar char="•"/>
            </a:pPr>
            <a:r>
              <a:rPr lang="fr-FR" dirty="0"/>
              <a:t>La densité principale des données se concentre autour de 0, mais les valeurs aberrantes faussent l'échelle, ce qui rend l'interprétation difficile.</a:t>
            </a:r>
          </a:p>
          <a:p>
            <a:r>
              <a:rPr lang="fr-FR" b="1" dirty="0"/>
              <a:t>Après suppression des valeurs aberrantes</a:t>
            </a:r>
          </a:p>
          <a:p>
            <a:pPr>
              <a:buFont typeface="Arial" panose="020B0604020202020204" pitchFamily="34" charset="0"/>
              <a:buChar char="•"/>
            </a:pPr>
            <a:r>
              <a:rPr lang="fr-FR" dirty="0"/>
              <a:t>Une fois les valeurs aberrantes supprimées, la distribution est plus réaliste et lisible. Les valeurs se situent dans une plage </a:t>
            </a:r>
            <a:r>
              <a:rPr lang="fr-FR" b="1" dirty="0"/>
              <a:t>raisonnable (0-25 g)</a:t>
            </a:r>
            <a:r>
              <a:rPr lang="fr-FR" dirty="0"/>
              <a:t>, ce qui correspond aux teneurs usuelles en protéines dans des aliments.</a:t>
            </a:r>
          </a:p>
          <a:p>
            <a:pPr>
              <a:buFont typeface="Arial" panose="020B0604020202020204" pitchFamily="34" charset="0"/>
              <a:buChar char="•"/>
            </a:pPr>
            <a:r>
              <a:rPr lang="fr-FR" dirty="0"/>
              <a:t>La grande barre autour de 0 suggère que la plupart des produits ont une faible teneur en protéines, ce qui est attendu pour de nombreux aliments transformés ou sucrés.</a:t>
            </a:r>
          </a:p>
          <a:p>
            <a:pPr>
              <a:buFont typeface="Arial" panose="020B0604020202020204" pitchFamily="34" charset="0"/>
              <a:buChar char="•"/>
            </a:pPr>
            <a:r>
              <a:rPr lang="fr-FR" dirty="0"/>
              <a:t>La suppression des aberrations améliore la compréhension des données, en permettant de se concentrer sur les valeurs pertinentes.</a:t>
            </a:r>
          </a:p>
          <a:p>
            <a:pPr>
              <a:buFont typeface="Arial" panose="020B0604020202020204" pitchFamily="34" charset="0"/>
              <a:buChar char="•"/>
            </a:pPr>
            <a:endParaRPr lang="fr-FR" dirty="0"/>
          </a:p>
          <a:p>
            <a:endParaRPr lang="fr-FR" dirty="0"/>
          </a:p>
        </p:txBody>
      </p:sp>
      <p:sp>
        <p:nvSpPr>
          <p:cNvPr id="4" name="Espace réservé du numéro de diapositive 3">
            <a:extLst>
              <a:ext uri="{FF2B5EF4-FFF2-40B4-BE49-F238E27FC236}">
                <a16:creationId xmlns:a16="http://schemas.microsoft.com/office/drawing/2014/main" id="{9EFCDC3A-E0A5-52CB-F577-EBFC8AD955B7}"/>
              </a:ext>
            </a:extLst>
          </p:cNvPr>
          <p:cNvSpPr>
            <a:spLocks noGrp="1"/>
          </p:cNvSpPr>
          <p:nvPr>
            <p:ph type="sldNum" sz="quarter" idx="5"/>
          </p:nvPr>
        </p:nvSpPr>
        <p:spPr/>
        <p:txBody>
          <a:bodyPr/>
          <a:lstStyle/>
          <a:p>
            <a:fld id="{CF199843-168D-46C8-BE8F-EF4E0FBC5722}" type="slidenum">
              <a:rPr lang="fr-FR" smtClean="0"/>
              <a:t>23</a:t>
            </a:fld>
            <a:endParaRPr lang="fr-FR"/>
          </a:p>
        </p:txBody>
      </p:sp>
    </p:spTree>
    <p:extLst>
      <p:ext uri="{BB962C8B-B14F-4D97-AF65-F5344CB8AC3E}">
        <p14:creationId xmlns:p14="http://schemas.microsoft.com/office/powerpoint/2010/main" val="10141393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A5E69-C7C1-4696-2A31-AB21BDCCB5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9C1391-3443-F37B-0642-F550280989C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A53998A-8C1E-8A38-51F0-573BF1C13309}"/>
              </a:ext>
            </a:extLst>
          </p:cNvPr>
          <p:cNvSpPr>
            <a:spLocks noGrp="1"/>
          </p:cNvSpPr>
          <p:nvPr>
            <p:ph type="body" idx="1"/>
          </p:nvPr>
        </p:nvSpPr>
        <p:spPr/>
        <p:txBody>
          <a:bodyPr/>
          <a:lstStyle/>
          <a:p>
            <a:pPr>
              <a:buFont typeface="Arial" panose="020B0604020202020204" pitchFamily="34" charset="0"/>
              <a:buNone/>
            </a:pPr>
            <a:r>
              <a:rPr lang="fr-FR" dirty="0"/>
              <a:t>Energie et fat , </a:t>
            </a:r>
            <a:r>
              <a:rPr lang="fr-FR" dirty="0" err="1"/>
              <a:t>energie</a:t>
            </a:r>
            <a:r>
              <a:rPr lang="fr-FR" dirty="0"/>
              <a:t> et nutrition , fat et </a:t>
            </a:r>
            <a:r>
              <a:rPr lang="fr-FR" dirty="0" err="1"/>
              <a:t>saturated</a:t>
            </a:r>
            <a:r>
              <a:rPr lang="fr-FR" dirty="0"/>
              <a:t> fat , fat et nutrition score , </a:t>
            </a:r>
            <a:r>
              <a:rPr lang="fr-FR" dirty="0" err="1"/>
              <a:t>saturated</a:t>
            </a:r>
            <a:r>
              <a:rPr lang="fr-FR" dirty="0"/>
              <a:t> fat et nutrition score , </a:t>
            </a:r>
            <a:r>
              <a:rPr lang="fr-FR" dirty="0" err="1"/>
              <a:t>sugar</a:t>
            </a:r>
            <a:r>
              <a:rPr lang="fr-FR" dirty="0"/>
              <a:t> et carbohydrate </a:t>
            </a:r>
          </a:p>
          <a:p>
            <a:pPr>
              <a:buFont typeface="Arial" panose="020B0604020202020204" pitchFamily="34" charset="0"/>
              <a:buNone/>
            </a:pPr>
            <a:endParaRPr lang="fr-FR" dirty="0"/>
          </a:p>
        </p:txBody>
      </p:sp>
      <p:sp>
        <p:nvSpPr>
          <p:cNvPr id="4" name="Espace réservé du numéro de diapositive 3">
            <a:extLst>
              <a:ext uri="{FF2B5EF4-FFF2-40B4-BE49-F238E27FC236}">
                <a16:creationId xmlns:a16="http://schemas.microsoft.com/office/drawing/2014/main" id="{F914258E-7F2D-E955-4AC6-B71EC1AAD207}"/>
              </a:ext>
            </a:extLst>
          </p:cNvPr>
          <p:cNvSpPr>
            <a:spLocks noGrp="1"/>
          </p:cNvSpPr>
          <p:nvPr>
            <p:ph type="sldNum" sz="quarter" idx="5"/>
          </p:nvPr>
        </p:nvSpPr>
        <p:spPr/>
        <p:txBody>
          <a:bodyPr/>
          <a:lstStyle/>
          <a:p>
            <a:fld id="{CF199843-168D-46C8-BE8F-EF4E0FBC5722}" type="slidenum">
              <a:rPr lang="fr-FR" smtClean="0"/>
              <a:t>24</a:t>
            </a:fld>
            <a:endParaRPr lang="fr-FR"/>
          </a:p>
        </p:txBody>
      </p:sp>
    </p:spTree>
    <p:extLst>
      <p:ext uri="{BB962C8B-B14F-4D97-AF65-F5344CB8AC3E}">
        <p14:creationId xmlns:p14="http://schemas.microsoft.com/office/powerpoint/2010/main" val="14189440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206-8FE0-E36B-C026-FF9C16044A8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4DADFB-5AB8-998F-0F91-52A273DCEB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0E01698-6B94-734D-8F12-7BDFADDABC07}"/>
              </a:ext>
            </a:extLst>
          </p:cNvPr>
          <p:cNvSpPr>
            <a:spLocks noGrp="1"/>
          </p:cNvSpPr>
          <p:nvPr>
            <p:ph type="body" idx="1"/>
          </p:nvPr>
        </p:nvSpPr>
        <p:spPr/>
        <p:txBody>
          <a:bodyPr/>
          <a:lstStyle/>
          <a:p>
            <a:r>
              <a:rPr lang="fr-FR" dirty="0"/>
              <a:t>Le </a:t>
            </a:r>
            <a:r>
              <a:rPr lang="fr-FR" b="1" dirty="0"/>
              <a:t>test de Shapiro-</a:t>
            </a:r>
            <a:r>
              <a:rPr lang="fr-FR" b="1" dirty="0" err="1"/>
              <a:t>Wilk</a:t>
            </a:r>
            <a:r>
              <a:rPr lang="fr-FR" dirty="0"/>
              <a:t> est un test statistique utilisé pour évaluer si une variable suit une </a:t>
            </a:r>
            <a:r>
              <a:rPr lang="fr-FR" b="1" dirty="0"/>
              <a:t>distribution normale</a:t>
            </a:r>
            <a:r>
              <a:rPr lang="fr-FR" dirty="0"/>
              <a:t>.</a:t>
            </a:r>
          </a:p>
          <a:p>
            <a:r>
              <a:rPr lang="fr-FR" b="1" dirty="0"/>
              <a:t>Test de Spearman</a:t>
            </a:r>
          </a:p>
          <a:p>
            <a:pPr>
              <a:buFont typeface="Arial" panose="020B0604020202020204" pitchFamily="34" charset="0"/>
              <a:buChar char="•"/>
            </a:pPr>
            <a:r>
              <a:rPr lang="fr-FR" b="1" dirty="0"/>
              <a:t>Quand l'utiliser ?</a:t>
            </a:r>
            <a:endParaRPr lang="fr-FR" dirty="0"/>
          </a:p>
          <a:p>
            <a:pPr marL="742950" lvl="1" indent="-285750">
              <a:buFont typeface="Arial" panose="020B0604020202020204" pitchFamily="34" charset="0"/>
              <a:buChar char="•"/>
            </a:pPr>
            <a:r>
              <a:rPr lang="fr-FR" dirty="0"/>
              <a:t>Lorsque les variables sont </a:t>
            </a:r>
            <a:r>
              <a:rPr lang="fr-FR" b="1" dirty="0"/>
              <a:t>quantitatives</a:t>
            </a:r>
            <a:r>
              <a:rPr lang="fr-FR" dirty="0"/>
              <a:t> mais ne suivent </a:t>
            </a:r>
            <a:r>
              <a:rPr lang="fr-FR" b="1" dirty="0"/>
              <a:t>pas une distribution normale</a:t>
            </a:r>
            <a:r>
              <a:rPr lang="fr-FR" dirty="0"/>
              <a:t>.</a:t>
            </a:r>
          </a:p>
          <a:p>
            <a:pPr marL="742950" lvl="1" indent="-285750">
              <a:buFont typeface="Arial" panose="020B0604020202020204" pitchFamily="34" charset="0"/>
              <a:buChar char="•"/>
            </a:pPr>
            <a:r>
              <a:rPr lang="fr-FR" dirty="0"/>
              <a:t>Lorsque les données contiennent des </a:t>
            </a:r>
            <a:r>
              <a:rPr lang="fr-FR" b="1" dirty="0"/>
              <a:t>valeurs aberrantes</a:t>
            </a:r>
            <a:r>
              <a:rPr lang="fr-FR" dirty="0"/>
              <a:t>, car Spearman est moins sensible aux </a:t>
            </a:r>
            <a:r>
              <a:rPr lang="fr-FR" dirty="0" err="1"/>
              <a:t>outliers</a:t>
            </a:r>
            <a:r>
              <a:rPr lang="fr-FR" dirty="0"/>
              <a:t>.</a:t>
            </a:r>
          </a:p>
          <a:p>
            <a:pPr marL="742950" lvl="1" indent="-285750">
              <a:buFont typeface="Arial" panose="020B0604020202020204" pitchFamily="34" charset="0"/>
              <a:buChar char="•"/>
            </a:pPr>
            <a:r>
              <a:rPr lang="fr-FR" dirty="0"/>
              <a:t>Lorsque la relation entre les variables est </a:t>
            </a:r>
            <a:r>
              <a:rPr lang="fr-FR" b="1" dirty="0"/>
              <a:t>non linéaire</a:t>
            </a:r>
            <a:r>
              <a:rPr lang="fr-FR" dirty="0"/>
              <a:t>, mais </a:t>
            </a:r>
            <a:r>
              <a:rPr lang="fr-FR" b="1" dirty="0"/>
              <a:t>monotone</a:t>
            </a:r>
            <a:r>
              <a:rPr lang="fr-FR" dirty="0"/>
              <a:t> (les valeurs augmentent ou diminuent constamment).</a:t>
            </a:r>
          </a:p>
          <a:p>
            <a:pPr>
              <a:buFont typeface="Arial" panose="020B0604020202020204" pitchFamily="34" charset="0"/>
              <a:buChar char="•"/>
            </a:pPr>
            <a:r>
              <a:rPr lang="fr-FR" b="1" dirty="0"/>
              <a:t>Interprétation :</a:t>
            </a:r>
            <a:endParaRPr lang="fr-FR" dirty="0"/>
          </a:p>
          <a:p>
            <a:pPr marL="742950" lvl="1" indent="-285750">
              <a:buFont typeface="Arial" panose="020B0604020202020204" pitchFamily="34" charset="0"/>
              <a:buChar char="•"/>
            </a:pPr>
            <a:r>
              <a:rPr lang="fr-FR" dirty="0"/>
              <a:t>Spearman mesure une </a:t>
            </a:r>
            <a:r>
              <a:rPr lang="fr-FR" b="1" dirty="0"/>
              <a:t>corrélation monotone</a:t>
            </a:r>
            <a:r>
              <a:rPr lang="fr-FR" dirty="0"/>
              <a:t> (croissante ou décroissante) entre deux variables (entre -1 et 1).</a:t>
            </a:r>
          </a:p>
          <a:p>
            <a:pPr marL="742950" lvl="1" indent="-285750">
              <a:buFont typeface="Arial" panose="020B0604020202020204" pitchFamily="34" charset="0"/>
              <a:buChar char="•"/>
            </a:pPr>
            <a:r>
              <a:rPr lang="fr-FR" dirty="0"/>
              <a:t>Il est basé sur les </a:t>
            </a:r>
            <a:r>
              <a:rPr lang="fr-FR" b="1" dirty="0"/>
              <a:t>rangs</a:t>
            </a:r>
            <a:r>
              <a:rPr lang="fr-FR" dirty="0"/>
              <a:t> des valeurs plutôt que sur leurs valeurs brutes.</a:t>
            </a:r>
          </a:p>
          <a:p>
            <a:endParaRPr lang="fr-FR" dirty="0"/>
          </a:p>
        </p:txBody>
      </p:sp>
      <p:sp>
        <p:nvSpPr>
          <p:cNvPr id="4" name="Espace réservé du numéro de diapositive 3">
            <a:extLst>
              <a:ext uri="{FF2B5EF4-FFF2-40B4-BE49-F238E27FC236}">
                <a16:creationId xmlns:a16="http://schemas.microsoft.com/office/drawing/2014/main" id="{0F97EFDD-7B93-895A-2A74-F7617B553192}"/>
              </a:ext>
            </a:extLst>
          </p:cNvPr>
          <p:cNvSpPr>
            <a:spLocks noGrp="1"/>
          </p:cNvSpPr>
          <p:nvPr>
            <p:ph type="sldNum" sz="quarter" idx="5"/>
          </p:nvPr>
        </p:nvSpPr>
        <p:spPr/>
        <p:txBody>
          <a:bodyPr/>
          <a:lstStyle/>
          <a:p>
            <a:fld id="{CF199843-168D-46C8-BE8F-EF4E0FBC5722}" type="slidenum">
              <a:rPr lang="fr-FR" smtClean="0"/>
              <a:t>25</a:t>
            </a:fld>
            <a:endParaRPr lang="fr-FR"/>
          </a:p>
        </p:txBody>
      </p:sp>
    </p:spTree>
    <p:extLst>
      <p:ext uri="{BB962C8B-B14F-4D97-AF65-F5344CB8AC3E}">
        <p14:creationId xmlns:p14="http://schemas.microsoft.com/office/powerpoint/2010/main" val="1778276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DC8E-28F7-57DD-98BE-70037F58C8C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81C1947-7E3D-5D61-C13E-A5AAE96D634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0D01C70-22BD-0F00-4E1B-AB03BC6034F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60F2A43B-2BDD-C01C-F2E6-E19B9A9F8231}"/>
              </a:ext>
            </a:extLst>
          </p:cNvPr>
          <p:cNvSpPr>
            <a:spLocks noGrp="1"/>
          </p:cNvSpPr>
          <p:nvPr>
            <p:ph type="sldNum" sz="quarter" idx="5"/>
          </p:nvPr>
        </p:nvSpPr>
        <p:spPr/>
        <p:txBody>
          <a:bodyPr/>
          <a:lstStyle/>
          <a:p>
            <a:fld id="{CF199843-168D-46C8-BE8F-EF4E0FBC5722}" type="slidenum">
              <a:rPr lang="fr-FR" smtClean="0"/>
              <a:t>26</a:t>
            </a:fld>
            <a:endParaRPr lang="fr-FR"/>
          </a:p>
        </p:txBody>
      </p:sp>
    </p:spTree>
    <p:extLst>
      <p:ext uri="{BB962C8B-B14F-4D97-AF65-F5344CB8AC3E}">
        <p14:creationId xmlns:p14="http://schemas.microsoft.com/office/powerpoint/2010/main" val="3022401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B90E0-4CE2-7875-5812-9949F1BAB9E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621C4F1-A705-6F69-A74D-E630133F0572}"/>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3B078D2-403A-E1CF-2456-20F1D3F334BC}"/>
              </a:ext>
            </a:extLst>
          </p:cNvPr>
          <p:cNvSpPr>
            <a:spLocks noGrp="1"/>
          </p:cNvSpPr>
          <p:nvPr>
            <p:ph type="body" idx="1"/>
          </p:nvPr>
        </p:nvSpPr>
        <p:spPr/>
        <p:txBody>
          <a:bodyPr/>
          <a:lstStyle/>
          <a:p>
            <a:pPr>
              <a:buFont typeface="Arial" panose="020B0604020202020204" pitchFamily="34" charset="0"/>
              <a:buChar char="•"/>
            </a:pPr>
            <a:r>
              <a:rPr lang="fr-FR" dirty="0"/>
              <a:t>"Initialement, la colonne energie_100g contenait des valeurs </a:t>
            </a:r>
            <a:r>
              <a:rPr lang="fr-FR" dirty="0" err="1"/>
              <a:t>abérantes</a:t>
            </a:r>
            <a:r>
              <a:rPr lang="fr-FR" dirty="0"/>
              <a:t> pouvant atteindre  les données contenaient des valeurs </a:t>
            </a:r>
            <a:r>
              <a:rPr lang="fr-FR" dirty="0" err="1"/>
              <a:t>aberrantes,pouvant</a:t>
            </a:r>
            <a:r>
              <a:rPr lang="fr-FR" dirty="0"/>
              <a:t> atteindre 3,6 e … ce que nous </a:t>
            </a:r>
            <a:r>
              <a:rPr lang="fr-FR" dirty="0" err="1"/>
              <a:t>concidérons</a:t>
            </a:r>
            <a:r>
              <a:rPr lang="fr-FR" dirty="0"/>
              <a:t> comme valeurs extrêmes pouvant fausser les analyses statistiques et la visualisation des données."</a:t>
            </a:r>
          </a:p>
          <a:p>
            <a:r>
              <a:rPr lang="fr-FR" b="1" dirty="0"/>
              <a:t>Explication de l'effet des valeurs aberrantes</a:t>
            </a:r>
            <a:r>
              <a:rPr lang="fr-FR" dirty="0"/>
              <a:t> :</a:t>
            </a:r>
          </a:p>
          <a:p>
            <a:pPr>
              <a:buFont typeface="Arial" panose="020B0604020202020204" pitchFamily="34" charset="0"/>
              <a:buChar char="•"/>
            </a:pPr>
            <a:r>
              <a:rPr lang="fr-FR" dirty="0"/>
              <a:t>"Ces valeurs extrêmes ont pour effet de déformer le diagramme en boîte et l'histogramme, rendant difficile l'interprétation de la distribution réelle des données."</a:t>
            </a:r>
          </a:p>
          <a:p>
            <a:r>
              <a:rPr lang="fr-FR" b="1" dirty="0"/>
              <a:t>Suppression des valeurs aberrantes et résultats</a:t>
            </a:r>
            <a:r>
              <a:rPr lang="fr-FR" dirty="0"/>
              <a:t> :</a:t>
            </a:r>
          </a:p>
          <a:p>
            <a:pPr>
              <a:buFont typeface="Arial" panose="020B0604020202020204" pitchFamily="34" charset="0"/>
              <a:buChar char="•"/>
            </a:pPr>
            <a:r>
              <a:rPr lang="fr-FR" dirty="0"/>
              <a:t>"En supprimant ces valeurs aberrantes, la distribution s'est normalisée, ce qui se reflète dans les visualisations. Le diagramme en boîte est maintenant symétrique et l’histogramme montre une distribution plus représentative de l’ensemble des données."</a:t>
            </a:r>
          </a:p>
          <a:p>
            <a:r>
              <a:rPr lang="fr-FR" b="1" dirty="0"/>
              <a:t>Conclusion sur l'impact de la normalisation</a:t>
            </a:r>
            <a:r>
              <a:rPr lang="fr-FR" dirty="0"/>
              <a:t> :</a:t>
            </a:r>
          </a:p>
          <a:p>
            <a:pPr>
              <a:buFont typeface="Arial" panose="020B0604020202020204" pitchFamily="34" charset="0"/>
              <a:buChar char="•"/>
            </a:pPr>
            <a:r>
              <a:rPr lang="fr-FR" dirty="0"/>
              <a:t>"Grâce à cette normalisation, nous pouvons interpréter les statistiques descriptives et les tendances des données de façon plus fiable et représentative de l’échantillon.« </a:t>
            </a:r>
          </a:p>
          <a:p>
            <a:pPr>
              <a:buFont typeface="Arial" panose="020B0604020202020204" pitchFamily="34" charset="0"/>
              <a:buChar char="•"/>
            </a:pPr>
            <a:endParaRPr lang="fr-FR" dirty="0"/>
          </a:p>
          <a:p>
            <a:pPr marL="742950" lvl="1" indent="-285750">
              <a:buFont typeface="Arial" panose="020B0604020202020204" pitchFamily="34" charset="0"/>
              <a:buChar char="•"/>
            </a:pPr>
            <a:r>
              <a:rPr lang="fr-FR" dirty="0"/>
              <a:t>Il s'agit d'une </a:t>
            </a:r>
            <a:r>
              <a:rPr lang="fr-FR" b="1" dirty="0"/>
              <a:t>corrélation forte et positive</a:t>
            </a:r>
            <a:r>
              <a:rPr lang="fr-FR" dirty="0"/>
              <a:t>.</a:t>
            </a:r>
          </a:p>
          <a:p>
            <a:pPr marL="742950" lvl="1" indent="-285750">
              <a:buFont typeface="Arial" panose="020B0604020202020204" pitchFamily="34" charset="0"/>
              <a:buChar char="•"/>
            </a:pPr>
            <a:r>
              <a:rPr lang="fr-FR" dirty="0"/>
              <a:t>Cela signifie que lorsque les valeurs d'une variable augmentent, les valeurs de l'autre variable tendent également à augmenter de manière monotone.</a:t>
            </a:r>
          </a:p>
          <a:p>
            <a:pPr>
              <a:buFont typeface="Arial" panose="020B0604020202020204" pitchFamily="34" charset="0"/>
              <a:buChar char="•"/>
            </a:pPr>
            <a:endParaRPr lang="fr-FR" dirty="0"/>
          </a:p>
          <a:p>
            <a:endParaRPr lang="fr-FR" dirty="0"/>
          </a:p>
        </p:txBody>
      </p:sp>
      <p:sp>
        <p:nvSpPr>
          <p:cNvPr id="4" name="Espace réservé du numéro de diapositive 3">
            <a:extLst>
              <a:ext uri="{FF2B5EF4-FFF2-40B4-BE49-F238E27FC236}">
                <a16:creationId xmlns:a16="http://schemas.microsoft.com/office/drawing/2014/main" id="{4DDA1307-EA2B-0ACD-F2DB-FD01E4853B31}"/>
              </a:ext>
            </a:extLst>
          </p:cNvPr>
          <p:cNvSpPr>
            <a:spLocks noGrp="1"/>
          </p:cNvSpPr>
          <p:nvPr>
            <p:ph type="sldNum" sz="quarter" idx="5"/>
          </p:nvPr>
        </p:nvSpPr>
        <p:spPr/>
        <p:txBody>
          <a:bodyPr/>
          <a:lstStyle/>
          <a:p>
            <a:fld id="{CF199843-168D-46C8-BE8F-EF4E0FBC5722}" type="slidenum">
              <a:rPr lang="fr-FR" smtClean="0"/>
              <a:t>27</a:t>
            </a:fld>
            <a:endParaRPr lang="fr-FR"/>
          </a:p>
        </p:txBody>
      </p:sp>
    </p:spTree>
    <p:extLst>
      <p:ext uri="{BB962C8B-B14F-4D97-AF65-F5344CB8AC3E}">
        <p14:creationId xmlns:p14="http://schemas.microsoft.com/office/powerpoint/2010/main" val="33761063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7463F-3920-72D2-D634-C0CAF39620B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82D3439-C4B2-DBC3-03D3-73E4AED63DFE}"/>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4628CAA9-3218-3E49-BA04-F2B2A8ABE77B}"/>
              </a:ext>
            </a:extLst>
          </p:cNvPr>
          <p:cNvSpPr>
            <a:spLocks noGrp="1"/>
          </p:cNvSpPr>
          <p:nvPr>
            <p:ph type="body" idx="1"/>
          </p:nvPr>
        </p:nvSpPr>
        <p:spPr/>
        <p:txBody>
          <a:bodyPr/>
          <a:lstStyle/>
          <a:p>
            <a:pPr>
              <a:buFont typeface="+mj-lt"/>
              <a:buAutoNum type="arabicPeriod"/>
            </a:pPr>
            <a:r>
              <a:rPr lang="fr-FR" b="1" dirty="0"/>
              <a:t>Graphique en haut (</a:t>
            </a:r>
            <a:r>
              <a:rPr lang="fr-FR" b="1" dirty="0" err="1"/>
              <a:t>Scatter</a:t>
            </a:r>
            <a:r>
              <a:rPr lang="fr-FR" b="1" dirty="0"/>
              <a:t> plot)</a:t>
            </a:r>
            <a:r>
              <a:rPr lang="fr-FR" dirty="0"/>
              <a:t> :</a:t>
            </a:r>
          </a:p>
          <a:p>
            <a:pPr marL="742950" lvl="1" indent="-285750">
              <a:buFont typeface="+mj-lt"/>
              <a:buAutoNum type="arabicPeriod"/>
            </a:pPr>
            <a:r>
              <a:rPr lang="fr-FR" dirty="0"/>
              <a:t>Ce graphique montre la relation entre l'énergie (kcal/100g) en abscisse et les lipides (g/100g) en ordonnée.</a:t>
            </a:r>
          </a:p>
          <a:p>
            <a:pPr marL="742950" lvl="1" indent="-285750">
              <a:buFont typeface="+mj-lt"/>
              <a:buAutoNum type="arabicPeriod"/>
            </a:pPr>
            <a:r>
              <a:rPr lang="fr-FR" dirty="0"/>
              <a:t>Les points rouges représentent la quantité de lipides, et les points bleus représentent l'énergie.</a:t>
            </a:r>
          </a:p>
          <a:p>
            <a:pPr marL="742950" lvl="1" indent="-285750">
              <a:buFont typeface="+mj-lt"/>
              <a:buAutoNum type="arabicPeriod"/>
            </a:pPr>
            <a:r>
              <a:rPr lang="fr-FR" dirty="0"/>
              <a:t>On observe une </a:t>
            </a:r>
            <a:r>
              <a:rPr lang="fr-FR" b="1" dirty="0"/>
              <a:t>relation positive</a:t>
            </a:r>
            <a:r>
              <a:rPr lang="fr-FR" dirty="0"/>
              <a:t> : en général, plus un produit est riche en énergie, plus il contient de lipides. Cependant, il y a des variations importantes, avec certains produits riches en énergie mais pauvres en lipides, ce qui suggère que d'autres facteurs (comme les sucres) influencent l'énergie.</a:t>
            </a:r>
          </a:p>
          <a:p>
            <a:pPr>
              <a:buFont typeface="+mj-lt"/>
              <a:buAutoNum type="arabicPeriod"/>
            </a:pPr>
            <a:r>
              <a:rPr lang="fr-FR" b="1" dirty="0"/>
              <a:t>Graphique en bas (</a:t>
            </a:r>
            <a:r>
              <a:rPr lang="fr-FR" b="1" dirty="0" err="1"/>
              <a:t>Boxplot</a:t>
            </a:r>
            <a:r>
              <a:rPr lang="fr-FR" b="1" dirty="0"/>
              <a:t>)</a:t>
            </a:r>
            <a:r>
              <a:rPr lang="fr-FR" dirty="0"/>
              <a:t> :</a:t>
            </a:r>
          </a:p>
          <a:p>
            <a:pPr marL="742950" lvl="1" indent="-285750">
              <a:buFont typeface="+mj-lt"/>
              <a:buAutoNum type="arabicPeriod"/>
            </a:pPr>
            <a:r>
              <a:rPr lang="fr-FR" dirty="0"/>
              <a:t>Le </a:t>
            </a:r>
            <a:r>
              <a:rPr lang="fr-FR" dirty="0" err="1"/>
              <a:t>boxplot</a:t>
            </a:r>
            <a:r>
              <a:rPr lang="fr-FR" dirty="0"/>
              <a:t> compare la distribution de l'énergie par grade nutritionnel ("</a:t>
            </a:r>
            <a:r>
              <a:rPr lang="fr-FR" dirty="0" err="1"/>
              <a:t>nutrition_grade_fr</a:t>
            </a:r>
            <a:r>
              <a:rPr lang="fr-FR" dirty="0"/>
              <a:t>").</a:t>
            </a:r>
          </a:p>
          <a:p>
            <a:pPr marL="742950" lvl="1" indent="-285750">
              <a:buFont typeface="+mj-lt"/>
              <a:buAutoNum type="arabicPeriod"/>
            </a:pPr>
            <a:r>
              <a:rPr lang="fr-FR" dirty="0"/>
              <a:t>Les grades vont de </a:t>
            </a:r>
            <a:r>
              <a:rPr lang="fr-FR" b="1" dirty="0"/>
              <a:t>a</a:t>
            </a:r>
            <a:r>
              <a:rPr lang="fr-FR" dirty="0"/>
              <a:t> (le plus sain) à </a:t>
            </a:r>
            <a:r>
              <a:rPr lang="fr-FR" b="1" dirty="0"/>
              <a:t>e</a:t>
            </a:r>
            <a:r>
              <a:rPr lang="fr-FR" dirty="0"/>
              <a:t> (le moins sain).</a:t>
            </a:r>
          </a:p>
          <a:p>
            <a:pPr marL="742950" lvl="1" indent="-285750">
              <a:buFont typeface="+mj-lt"/>
              <a:buAutoNum type="arabicPeriod"/>
            </a:pPr>
            <a:r>
              <a:rPr lang="fr-FR" dirty="0"/>
              <a:t>Les produits avec un grade </a:t>
            </a:r>
            <a:r>
              <a:rPr lang="fr-FR" b="1" dirty="0"/>
              <a:t>a</a:t>
            </a:r>
            <a:r>
              <a:rPr lang="fr-FR" dirty="0"/>
              <a:t> ont une énergie moyenne basse et une faible dispersion, tandis que les produits des grades </a:t>
            </a:r>
            <a:r>
              <a:rPr lang="fr-FR" b="1" dirty="0"/>
              <a:t>d</a:t>
            </a:r>
            <a:r>
              <a:rPr lang="fr-FR" dirty="0"/>
              <a:t> et </a:t>
            </a:r>
            <a:r>
              <a:rPr lang="fr-FR" b="1" dirty="0"/>
              <a:t>e</a:t>
            </a:r>
            <a:r>
              <a:rPr lang="fr-FR" dirty="0"/>
              <a:t> sont beaucoup plus riches en énergie, avec une dispersion plus élevée.</a:t>
            </a:r>
          </a:p>
          <a:p>
            <a:pPr marL="742950" lvl="1" indent="-285750">
              <a:buFont typeface="+mj-lt"/>
              <a:buAutoNum type="arabicPeriod"/>
            </a:pPr>
            <a:r>
              <a:rPr lang="fr-FR" dirty="0"/>
              <a:t>Les grades intermédiaires (</a:t>
            </a:r>
            <a:r>
              <a:rPr lang="fr-FR" b="1" dirty="0"/>
              <a:t>b, c</a:t>
            </a:r>
            <a:r>
              <a:rPr lang="fr-FR" dirty="0"/>
              <a:t>) montrent des niveaux d'énergie croissants entre </a:t>
            </a:r>
            <a:r>
              <a:rPr lang="fr-FR" b="1" dirty="0"/>
              <a:t>a</a:t>
            </a:r>
            <a:r>
              <a:rPr lang="fr-FR" dirty="0"/>
              <a:t> et </a:t>
            </a:r>
            <a:r>
              <a:rPr lang="fr-FR" b="1" dirty="0"/>
              <a:t>e</a:t>
            </a:r>
            <a:r>
              <a:rPr lang="fr-FR" dirty="0"/>
              <a:t>, ce qui confirme que le grade nutritionnel est lié au contenu énergétique des aliments.</a:t>
            </a:r>
          </a:p>
          <a:p>
            <a:r>
              <a:rPr lang="fr-FR" b="1" dirty="0"/>
              <a:t>Conclusion</a:t>
            </a:r>
            <a:r>
              <a:rPr lang="fr-FR" dirty="0"/>
              <a:t> : Ces graphiques montrent que l'énergie et les lipides sont corrélés et que les produits moins bien notés (grades d et e) sont généralement plus caloriques.</a:t>
            </a:r>
          </a:p>
          <a:p>
            <a:r>
              <a:rPr lang="fr-FR" b="1" dirty="0"/>
              <a:t>Explication de l'effet des valeurs aberrantes</a:t>
            </a:r>
            <a:r>
              <a:rPr lang="fr-FR" dirty="0"/>
              <a:t> :</a:t>
            </a:r>
          </a:p>
          <a:p>
            <a:pPr>
              <a:buFont typeface="Arial" panose="020B0604020202020204" pitchFamily="34" charset="0"/>
              <a:buChar char="•"/>
            </a:pPr>
            <a:r>
              <a:rPr lang="fr-FR" dirty="0"/>
              <a:t>"Ces valeurs extrêmes ont pour effet de déformer le diagramme en boîte et l'histogramme, rendant difficile l'interprétation de la distribution réelle des données."</a:t>
            </a:r>
          </a:p>
          <a:p>
            <a:r>
              <a:rPr lang="fr-FR" b="1" dirty="0"/>
              <a:t>Suppression des valeurs aberrantes et résultats</a:t>
            </a:r>
            <a:r>
              <a:rPr lang="fr-FR" dirty="0"/>
              <a:t> :</a:t>
            </a:r>
          </a:p>
          <a:p>
            <a:pPr>
              <a:buFont typeface="Arial" panose="020B0604020202020204" pitchFamily="34" charset="0"/>
              <a:buChar char="•"/>
            </a:pPr>
            <a:r>
              <a:rPr lang="fr-FR" dirty="0"/>
              <a:t>"En supprimant ces valeurs aberrantes, la distribution s'est normalisée, ce qui se reflète dans les visualisations. Le diagramme en boîte est maintenant symétrique et l’histogramme montre une distribution plus représentative de l’ensemble des données."</a:t>
            </a:r>
          </a:p>
          <a:p>
            <a:r>
              <a:rPr lang="fr-FR" b="1" dirty="0"/>
              <a:t>Conclusion sur l'impact de la normalisation</a:t>
            </a:r>
            <a:r>
              <a:rPr lang="fr-FR" dirty="0"/>
              <a:t> :</a:t>
            </a:r>
          </a:p>
          <a:p>
            <a:pPr>
              <a:buFont typeface="Arial" panose="020B0604020202020204" pitchFamily="34" charset="0"/>
              <a:buChar char="•"/>
            </a:pPr>
            <a:r>
              <a:rPr lang="fr-FR" dirty="0"/>
              <a:t>"Grâce à cette normalisation, nous pouvons interpréter les statistiques descriptives et les tendances des données de façon plus fiable et représentative de l’échantillon."</a:t>
            </a:r>
          </a:p>
          <a:p>
            <a:endParaRPr lang="fr-FR" dirty="0"/>
          </a:p>
        </p:txBody>
      </p:sp>
      <p:sp>
        <p:nvSpPr>
          <p:cNvPr id="4" name="Espace réservé du numéro de diapositive 3">
            <a:extLst>
              <a:ext uri="{FF2B5EF4-FFF2-40B4-BE49-F238E27FC236}">
                <a16:creationId xmlns:a16="http://schemas.microsoft.com/office/drawing/2014/main" id="{0D364124-6CE8-B353-EC9E-CDE615968658}"/>
              </a:ext>
            </a:extLst>
          </p:cNvPr>
          <p:cNvSpPr>
            <a:spLocks noGrp="1"/>
          </p:cNvSpPr>
          <p:nvPr>
            <p:ph type="sldNum" sz="quarter" idx="5"/>
          </p:nvPr>
        </p:nvSpPr>
        <p:spPr/>
        <p:txBody>
          <a:bodyPr/>
          <a:lstStyle/>
          <a:p>
            <a:fld id="{CF199843-168D-46C8-BE8F-EF4E0FBC5722}" type="slidenum">
              <a:rPr lang="fr-FR" smtClean="0"/>
              <a:t>28</a:t>
            </a:fld>
            <a:endParaRPr lang="fr-FR"/>
          </a:p>
        </p:txBody>
      </p:sp>
    </p:spTree>
    <p:extLst>
      <p:ext uri="{BB962C8B-B14F-4D97-AF65-F5344CB8AC3E}">
        <p14:creationId xmlns:p14="http://schemas.microsoft.com/office/powerpoint/2010/main" val="11631958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29</a:t>
            </a:fld>
            <a:endParaRPr lang="fr-FR"/>
          </a:p>
        </p:txBody>
      </p:sp>
    </p:spTree>
    <p:extLst>
      <p:ext uri="{BB962C8B-B14F-4D97-AF65-F5344CB8AC3E}">
        <p14:creationId xmlns:p14="http://schemas.microsoft.com/office/powerpoint/2010/main" val="42302338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30</a:t>
            </a:fld>
            <a:endParaRPr lang="fr-FR"/>
          </a:p>
        </p:txBody>
      </p:sp>
    </p:spTree>
    <p:extLst>
      <p:ext uri="{BB962C8B-B14F-4D97-AF65-F5344CB8AC3E}">
        <p14:creationId xmlns:p14="http://schemas.microsoft.com/office/powerpoint/2010/main" val="3007649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1. R² (Coefficient de détermination)</a:t>
            </a:r>
          </a:p>
          <a:p>
            <a:r>
              <a:rPr lang="fr-FR" dirty="0"/>
              <a:t>Définition : R² mesure la proportion de la variance des données qui est expliquée par le modèle. Il varie entre 0 et 1.</a:t>
            </a:r>
          </a:p>
          <a:p>
            <a:r>
              <a:rPr lang="fr-FR" dirty="0"/>
              <a:t>RMSE (Root </a:t>
            </a:r>
            <a:r>
              <a:rPr lang="fr-FR" dirty="0" err="1"/>
              <a:t>Mean</a:t>
            </a:r>
            <a:r>
              <a:rPr lang="fr-FR" dirty="0"/>
              <a:t> </a:t>
            </a:r>
            <a:r>
              <a:rPr lang="fr-FR" dirty="0" err="1"/>
              <a:t>Squared</a:t>
            </a:r>
            <a:r>
              <a:rPr lang="fr-FR" dirty="0"/>
              <a:t> </a:t>
            </a:r>
            <a:r>
              <a:rPr lang="fr-FR" dirty="0" err="1"/>
              <a:t>Error</a:t>
            </a:r>
            <a:r>
              <a:rPr lang="fr-FR" dirty="0"/>
              <a:t> - Erreur quadratique moyenne)</a:t>
            </a:r>
          </a:p>
          <a:p>
            <a:r>
              <a:rPr lang="fr-FR" dirty="0"/>
              <a:t>Définition : RMSE est la racine carrée de l'erreur quadratique moyenne, qui mesure la différence entre les valeurs prédites par le modèle et les valeurs réelles. Il est exprimé dans les mêmes unités que la variable cible.</a:t>
            </a:r>
          </a:p>
          <a:p>
            <a:r>
              <a:rPr lang="fr-FR" dirty="0"/>
              <a:t>AME (</a:t>
            </a:r>
            <a:r>
              <a:rPr lang="fr-FR" dirty="0" err="1"/>
              <a:t>Absolute</a:t>
            </a:r>
            <a:r>
              <a:rPr lang="fr-FR" dirty="0"/>
              <a:t> </a:t>
            </a:r>
            <a:r>
              <a:rPr lang="fr-FR" dirty="0" err="1"/>
              <a:t>Mean</a:t>
            </a:r>
            <a:r>
              <a:rPr lang="fr-FR" dirty="0"/>
              <a:t> </a:t>
            </a:r>
            <a:r>
              <a:rPr lang="fr-FR" dirty="0" err="1"/>
              <a:t>Error</a:t>
            </a:r>
            <a:r>
              <a:rPr lang="fr-FR" dirty="0"/>
              <a:t> - Erreur absolue moyenne)</a:t>
            </a:r>
          </a:p>
          <a:p>
            <a:r>
              <a:rPr lang="fr-FR" dirty="0"/>
              <a:t>Définition : AME mesure la moyenne des erreurs absolues entre les valeurs prédites et les valeurs réelles. C'est également exprimé dans les mêmes unités que la variable cible.</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31</a:t>
            </a:fld>
            <a:endParaRPr lang="fr-FR"/>
          </a:p>
        </p:txBody>
      </p:sp>
    </p:spTree>
    <p:extLst>
      <p:ext uri="{BB962C8B-B14F-4D97-AF65-F5344CB8AC3E}">
        <p14:creationId xmlns:p14="http://schemas.microsoft.com/office/powerpoint/2010/main" val="1288409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32</a:t>
            </a:fld>
            <a:endParaRPr lang="fr-FR"/>
          </a:p>
        </p:txBody>
      </p:sp>
    </p:spTree>
    <p:extLst>
      <p:ext uri="{BB962C8B-B14F-4D97-AF65-F5344CB8AC3E}">
        <p14:creationId xmlns:p14="http://schemas.microsoft.com/office/powerpoint/2010/main" val="11077354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4ADCF-5149-810A-1461-2FE81681124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6561479-5930-3BB8-8614-C73D99D9347C}"/>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DECE46BE-5E02-C916-D968-15FEDA6EE95F}"/>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19B1C0E6-8144-FFE2-E637-DE270F3E573F}"/>
              </a:ext>
            </a:extLst>
          </p:cNvPr>
          <p:cNvSpPr>
            <a:spLocks noGrp="1"/>
          </p:cNvSpPr>
          <p:nvPr>
            <p:ph type="sldNum" sz="quarter" idx="5"/>
          </p:nvPr>
        </p:nvSpPr>
        <p:spPr/>
        <p:txBody>
          <a:bodyPr/>
          <a:lstStyle/>
          <a:p>
            <a:fld id="{CF199843-168D-46C8-BE8F-EF4E0FBC5722}" type="slidenum">
              <a:rPr lang="fr-FR" smtClean="0"/>
              <a:t>33</a:t>
            </a:fld>
            <a:endParaRPr lang="fr-FR"/>
          </a:p>
        </p:txBody>
      </p:sp>
    </p:spTree>
    <p:extLst>
      <p:ext uri="{BB962C8B-B14F-4D97-AF65-F5344CB8AC3E}">
        <p14:creationId xmlns:p14="http://schemas.microsoft.com/office/powerpoint/2010/main" val="7993990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34</a:t>
            </a:fld>
            <a:endParaRPr lang="fr-FR"/>
          </a:p>
        </p:txBody>
      </p:sp>
    </p:spTree>
    <p:extLst>
      <p:ext uri="{BB962C8B-B14F-4D97-AF65-F5344CB8AC3E}">
        <p14:creationId xmlns:p14="http://schemas.microsoft.com/office/powerpoint/2010/main" val="33448774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graphique illustre la </a:t>
            </a:r>
            <a:r>
              <a:rPr lang="fr-FR" b="1" dirty="0"/>
              <a:t>variance expliquée cumulée</a:t>
            </a:r>
            <a:r>
              <a:rPr lang="fr-FR" dirty="0"/>
              <a:t> par les composantes principales dans une </a:t>
            </a:r>
            <a:r>
              <a:rPr lang="fr-FR" b="1" dirty="0"/>
              <a:t>Analyse en Composantes Principales (ACP)</a:t>
            </a:r>
            <a:r>
              <a:rPr lang="fr-FR" dirty="0"/>
              <a:t> :</a:t>
            </a:r>
          </a:p>
          <a:p>
            <a:pPr>
              <a:buFont typeface="Arial" panose="020B0604020202020204" pitchFamily="34" charset="0"/>
              <a:buChar char="•"/>
            </a:pPr>
            <a:r>
              <a:rPr lang="fr-FR" b="1" dirty="0"/>
              <a:t>Axe horizontal</a:t>
            </a:r>
            <a:r>
              <a:rPr lang="fr-FR" dirty="0"/>
              <a:t> : nombre de composantes principales.</a:t>
            </a:r>
          </a:p>
          <a:p>
            <a:pPr>
              <a:buFont typeface="Arial" panose="020B0604020202020204" pitchFamily="34" charset="0"/>
              <a:buChar char="•"/>
            </a:pPr>
            <a:r>
              <a:rPr lang="fr-FR" b="1" dirty="0"/>
              <a:t>Axe vertical</a:t>
            </a:r>
            <a:r>
              <a:rPr lang="fr-FR" dirty="0"/>
              <a:t> : proportion de variance expliquée cumulée.</a:t>
            </a:r>
          </a:p>
          <a:p>
            <a:pPr>
              <a:buFont typeface="Arial" panose="020B0604020202020204" pitchFamily="34" charset="0"/>
              <a:buChar char="•"/>
            </a:pPr>
            <a:r>
              <a:rPr lang="fr-FR" dirty="0"/>
              <a:t>La </a:t>
            </a:r>
            <a:r>
              <a:rPr lang="fr-FR" b="1" dirty="0"/>
              <a:t>ligne bleue</a:t>
            </a:r>
            <a:r>
              <a:rPr lang="fr-FR" dirty="0"/>
              <a:t> montre l'évolution de la variance cumulée : chaque composante principale ajoute une part de variance expliquée.</a:t>
            </a:r>
          </a:p>
          <a:p>
            <a:pPr>
              <a:buFont typeface="Arial" panose="020B0604020202020204" pitchFamily="34" charset="0"/>
              <a:buChar char="•"/>
            </a:pPr>
            <a:r>
              <a:rPr lang="fr-FR" dirty="0"/>
              <a:t>La </a:t>
            </a:r>
            <a:r>
              <a:rPr lang="fr-FR" b="1" dirty="0"/>
              <a:t>ligne rouge</a:t>
            </a:r>
            <a:r>
              <a:rPr lang="fr-FR" dirty="0"/>
              <a:t> indique le seuil de 90 % de variance expliquée, une règle commune pour choisir le nombre de composantes nécessaires.</a:t>
            </a:r>
          </a:p>
          <a:p>
            <a:pPr>
              <a:buFont typeface="Arial" panose="020B0604020202020204" pitchFamily="34" charset="0"/>
              <a:buChar char="•"/>
            </a:pPr>
            <a:r>
              <a:rPr lang="fr-FR" dirty="0"/>
              <a:t>La </a:t>
            </a:r>
            <a:r>
              <a:rPr lang="fr-FR" b="1" dirty="0"/>
              <a:t>ligne verte verticale</a:t>
            </a:r>
            <a:r>
              <a:rPr lang="fr-FR" dirty="0"/>
              <a:t> marque le nombre optimal de composantes (ici </a:t>
            </a:r>
            <a:r>
              <a:rPr lang="fr-FR" b="1" dirty="0"/>
              <a:t>2</a:t>
            </a:r>
            <a:r>
              <a:rPr lang="fr-FR" dirty="0"/>
              <a:t>) nécessaires pour dépasser le seuil de 90 %.</a:t>
            </a:r>
          </a:p>
          <a:p>
            <a:r>
              <a:rPr lang="fr-FR" b="1" dirty="0"/>
              <a:t>Conclusion</a:t>
            </a:r>
            <a:r>
              <a:rPr lang="fr-FR" dirty="0"/>
              <a:t> : En utilisant seulement 2 composantes principales, on capture 90 % de l'information initiale, ce qui permet une réduction de dimensionnalité efficace tout en préservant la majorité des données.</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36</a:t>
            </a:fld>
            <a:endParaRPr lang="fr-FR"/>
          </a:p>
        </p:txBody>
      </p:sp>
    </p:spTree>
    <p:extLst>
      <p:ext uri="{BB962C8B-B14F-4D97-AF65-F5344CB8AC3E}">
        <p14:creationId xmlns:p14="http://schemas.microsoft.com/office/powerpoint/2010/main" val="22417707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Ce graphique montre la </a:t>
            </a:r>
            <a:r>
              <a:rPr lang="fr-FR" b="1" dirty="0"/>
              <a:t>méthode du coude</a:t>
            </a:r>
            <a:r>
              <a:rPr lang="fr-FR" dirty="0"/>
              <a:t> utilisée pour déterminer le </a:t>
            </a:r>
            <a:r>
              <a:rPr lang="fr-FR" b="1" dirty="0"/>
              <a:t>nombre optimal de clusters</a:t>
            </a:r>
            <a:r>
              <a:rPr lang="fr-FR" dirty="0"/>
              <a:t> dans une analyse de regroupement (ex. K-</a:t>
            </a:r>
            <a:r>
              <a:rPr lang="fr-FR" dirty="0" err="1"/>
              <a:t>means</a:t>
            </a:r>
            <a:r>
              <a:rPr lang="fr-FR" dirty="0"/>
              <a:t>) :</a:t>
            </a:r>
          </a:p>
          <a:p>
            <a:pPr>
              <a:buFont typeface="Arial" panose="020B0604020202020204" pitchFamily="34" charset="0"/>
              <a:buChar char="•"/>
            </a:pPr>
            <a:r>
              <a:rPr lang="fr-FR" b="1" dirty="0"/>
              <a:t>Axe horizontal</a:t>
            </a:r>
            <a:r>
              <a:rPr lang="fr-FR" dirty="0"/>
              <a:t> : le nombre de clusters </a:t>
            </a:r>
            <a:r>
              <a:rPr lang="fr-FR" dirty="0" err="1"/>
              <a:t>kkk</a:t>
            </a:r>
            <a:r>
              <a:rPr lang="fr-FR" dirty="0"/>
              <a:t>.</a:t>
            </a:r>
          </a:p>
          <a:p>
            <a:pPr>
              <a:buFont typeface="Arial" panose="020B0604020202020204" pitchFamily="34" charset="0"/>
              <a:buChar char="•"/>
            </a:pPr>
            <a:r>
              <a:rPr lang="fr-FR" b="1" dirty="0"/>
              <a:t>Axe vertical</a:t>
            </a:r>
            <a:r>
              <a:rPr lang="fr-FR" dirty="0"/>
              <a:t> : l'inertie, qui mesure la somme des distances entre les points et leur centre de cluster (un indicateur de la qualité du regroupement).</a:t>
            </a:r>
          </a:p>
          <a:p>
            <a:pPr>
              <a:buFont typeface="Arial" panose="020B0604020202020204" pitchFamily="34" charset="0"/>
              <a:buChar char="•"/>
            </a:pPr>
            <a:r>
              <a:rPr lang="fr-FR" dirty="0"/>
              <a:t>La courbe bleue montre que l'inertie diminue avec l'augmentation du nombre de clusters, car les points sont mieux regroupés.</a:t>
            </a:r>
          </a:p>
          <a:p>
            <a:pPr>
              <a:buFont typeface="Arial" panose="020B0604020202020204" pitchFamily="34" charset="0"/>
              <a:buChar char="•"/>
            </a:pPr>
            <a:r>
              <a:rPr lang="fr-FR" dirty="0"/>
              <a:t>La </a:t>
            </a:r>
            <a:r>
              <a:rPr lang="fr-FR" b="1" dirty="0"/>
              <a:t>ligne rouge verticale</a:t>
            </a:r>
            <a:r>
              <a:rPr lang="fr-FR" dirty="0"/>
              <a:t> identifie le "coude", c'est-à-dire le point où la diminution de l'inertie ralentit significativement. Ici, le </a:t>
            </a:r>
            <a:r>
              <a:rPr lang="fr-FR" b="1" dirty="0"/>
              <a:t>nombre optimal de clusters est 3</a:t>
            </a:r>
            <a:r>
              <a:rPr lang="fr-FR" dirty="0"/>
              <a:t>.</a:t>
            </a:r>
          </a:p>
          <a:p>
            <a:r>
              <a:rPr lang="fr-FR" b="1" dirty="0"/>
              <a:t>Conclusion</a:t>
            </a:r>
            <a:r>
              <a:rPr lang="fr-FR" dirty="0"/>
              <a:t> : On choisit k=3k = 3k=3, car cela offre un bon compromis entre la réduction de l'inertie et la simplicité du modèle (moins de clusters).</a:t>
            </a:r>
          </a:p>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37</a:t>
            </a:fld>
            <a:endParaRPr lang="fr-FR"/>
          </a:p>
        </p:txBody>
      </p:sp>
    </p:spTree>
    <p:extLst>
      <p:ext uri="{BB962C8B-B14F-4D97-AF65-F5344CB8AC3E}">
        <p14:creationId xmlns:p14="http://schemas.microsoft.com/office/powerpoint/2010/main" val="16358034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D6EE6-87CF-C923-6E75-4573891DFF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BE47E6D-16F7-52C3-D484-60019D3C4D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D3A42F6-1121-1590-526A-3F8BCE887F8A}"/>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559D6C71-FD27-DBC0-AC0A-22A760454DF1}"/>
              </a:ext>
            </a:extLst>
          </p:cNvPr>
          <p:cNvSpPr>
            <a:spLocks noGrp="1"/>
          </p:cNvSpPr>
          <p:nvPr>
            <p:ph type="sldNum" sz="quarter" idx="5"/>
          </p:nvPr>
        </p:nvSpPr>
        <p:spPr/>
        <p:txBody>
          <a:bodyPr/>
          <a:lstStyle/>
          <a:p>
            <a:fld id="{CF199843-168D-46C8-BE8F-EF4E0FBC5722}" type="slidenum">
              <a:rPr lang="fr-FR" smtClean="0"/>
              <a:t>38</a:t>
            </a:fld>
            <a:endParaRPr lang="fr-FR"/>
          </a:p>
        </p:txBody>
      </p:sp>
    </p:spTree>
    <p:extLst>
      <p:ext uri="{BB962C8B-B14F-4D97-AF65-F5344CB8AC3E}">
        <p14:creationId xmlns:p14="http://schemas.microsoft.com/office/powerpoint/2010/main" val="3082241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buFont typeface="+mj-lt"/>
              <a:buAutoNum type="arabicPeriod"/>
            </a:pPr>
            <a:r>
              <a:rPr lang="fr-FR" b="1" dirty="0"/>
              <a:t>Graphe de gauche (Clustering après PCA)</a:t>
            </a:r>
            <a:r>
              <a:rPr lang="fr-FR" dirty="0"/>
              <a:t> :</a:t>
            </a:r>
          </a:p>
          <a:p>
            <a:pPr marL="742950" lvl="1" indent="-285750">
              <a:buFont typeface="+mj-lt"/>
              <a:buAutoNum type="arabicPeriod"/>
            </a:pPr>
            <a:r>
              <a:rPr lang="fr-FR" dirty="0"/>
              <a:t>Le graphique montre les résultats d’un clustering K-</a:t>
            </a:r>
            <a:r>
              <a:rPr lang="fr-FR" dirty="0" err="1"/>
              <a:t>Means</a:t>
            </a:r>
            <a:r>
              <a:rPr lang="fr-FR" dirty="0"/>
              <a:t> appliqué après une Analyse en Composantes Principales (ACP).</a:t>
            </a:r>
          </a:p>
          <a:p>
            <a:pPr marL="742950" lvl="1" indent="-285750">
              <a:buFont typeface="+mj-lt"/>
              <a:buAutoNum type="arabicPeriod"/>
            </a:pPr>
            <a:r>
              <a:rPr lang="fr-FR" dirty="0"/>
              <a:t>Les données sont projetées sur les deux premières composantes principales (PC1 et PC2) qui capturent une partie significative de la variance.</a:t>
            </a:r>
          </a:p>
          <a:p>
            <a:pPr marL="742950" lvl="1" indent="-285750">
              <a:buFont typeface="+mj-lt"/>
              <a:buAutoNum type="arabicPeriod"/>
            </a:pPr>
            <a:r>
              <a:rPr lang="fr-FR" dirty="0"/>
              <a:t>Les points colorés représentent les différents clusters identifiés, avec des regroupements visibles indiquant des similarités entre les observations.</a:t>
            </a:r>
          </a:p>
          <a:p>
            <a:pPr>
              <a:buFont typeface="+mj-lt"/>
              <a:buAutoNum type="arabicPeriod"/>
            </a:pPr>
            <a:r>
              <a:rPr lang="fr-FR" b="1" dirty="0"/>
              <a:t>Graphe de droite (Cercle des corrélations)</a:t>
            </a:r>
            <a:r>
              <a:rPr lang="fr-FR" dirty="0"/>
              <a:t> :</a:t>
            </a:r>
          </a:p>
          <a:p>
            <a:pPr marL="742950" lvl="1" indent="-285750">
              <a:buFont typeface="+mj-lt"/>
              <a:buAutoNum type="arabicPeriod"/>
            </a:pPr>
            <a:r>
              <a:rPr lang="fr-FR" dirty="0"/>
              <a:t>Ce cercle montre les corrélations entre les variables initiales et les axes principaux (PC1 et PC2).</a:t>
            </a:r>
          </a:p>
          <a:p>
            <a:pPr marL="742950" lvl="1" indent="-285750">
              <a:buFont typeface="+mj-lt"/>
              <a:buAutoNum type="arabicPeriod"/>
            </a:pPr>
            <a:r>
              <a:rPr lang="fr-FR" dirty="0"/>
              <a:t>Par exemple, le sodium et les protéines sont fortement corrélés à PC1.</a:t>
            </a:r>
          </a:p>
          <a:p>
            <a:pPr marL="742950" lvl="1" indent="-285750">
              <a:buFont typeface="+mj-lt"/>
              <a:buAutoNum type="arabicPeriod"/>
            </a:pPr>
            <a:r>
              <a:rPr lang="fr-FR" dirty="0"/>
              <a:t>Ce diagramme aide à interpréter quels variables influencent le plus les clusters.</a:t>
            </a:r>
          </a:p>
          <a:p>
            <a:r>
              <a:rPr lang="fr-FR" dirty="0"/>
              <a:t>En résumé, la slide illustre comment les variables influencent la répartition des clusters identifiés via K-</a:t>
            </a:r>
            <a:r>
              <a:rPr lang="fr-FR" dirty="0" err="1"/>
              <a:t>Means</a:t>
            </a:r>
            <a:r>
              <a:rPr lang="fr-FR" dirty="0"/>
              <a:t> sur l’espace réduit par PCA.</a:t>
            </a:r>
          </a:p>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39</a:t>
            </a:fld>
            <a:endParaRPr lang="fr-FR"/>
          </a:p>
        </p:txBody>
      </p:sp>
    </p:spTree>
    <p:extLst>
      <p:ext uri="{BB962C8B-B14F-4D97-AF65-F5344CB8AC3E}">
        <p14:creationId xmlns:p14="http://schemas.microsoft.com/office/powerpoint/2010/main" val="37900437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38430-6C2F-5A6B-DA9D-18E7358BEF0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691C45-3FE5-386A-22D3-E94F70628DB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A5A71E5F-368E-422A-5A52-31314D3F355B}"/>
              </a:ext>
            </a:extLst>
          </p:cNvPr>
          <p:cNvSpPr>
            <a:spLocks noGrp="1"/>
          </p:cNvSpPr>
          <p:nvPr>
            <p:ph type="body" idx="1"/>
          </p:nvPr>
        </p:nvSpPr>
        <p:spPr/>
        <p:txBody>
          <a:bodyPr/>
          <a:lstStyle/>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L'objectif d'un test ANOVA (Analyse de la Variance) est de déterminer si les moyennes des différentes variables sont significativement différentes entre les groupes, dans ce cas, les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clusters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obtenus par votre méthode de regroupement.</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Interprétation générale des résultats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Pour toutes les variables testées, la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statistique F</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est très élevée. Cela indique que les différences entre les moyennes des clusters sont beaucoup plus importantes que la variance à l'intérieur de chaque cluster.</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p-values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sont toutes égales à 0.0, ce qui signifie qu'il y a une différence statistiquement significative pour chacune des variables entre les clusters (avec un seuil de significativité habituel de 0.05).</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En d'autres termes, ces variables contribuent fortement à différencier les clusters.</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Variables particulièrement importantes</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variables avec les plus grandes statistiques F, comme sodium_100g (F = 181254.38) et salt_100g (F = 178766.58), montrent des différences extrêmement marquées entre les clusters. Ces deux variables sont probablement des indicateurs clés pour séparer les groupes.</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variables comme energy_100g, fat_100g, et nutrition-score-fr_100g ont également des F-values élevées, suggérant qu'elles jouent un rôle important dans la différenciation des clusters.</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Les variables comme fiber_100g (F = 1439.13) et </a:t>
            </a:r>
            <a:r>
              <a:rPr lang="fr-FR" sz="1800" kern="100" dirty="0" err="1">
                <a:effectLst/>
                <a:latin typeface="Aptos" panose="020B0004020202020204" pitchFamily="34" charset="0"/>
                <a:ea typeface="Aptos" panose="020B0004020202020204" pitchFamily="34" charset="0"/>
                <a:cs typeface="Times New Roman" panose="02020603050405020304" pitchFamily="18" charset="0"/>
              </a:rPr>
              <a:t>ingredients_from_palm_oil_n</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(F = 1275.85) ont des F-values plus faibles mais restent statistiquement significatives. Cela signifie qu'elles contribuent aussi à la différenciation, mais leur influence est moindre par rapport aux autres.</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r>
              <a:rPr lang="fr-FR" sz="1800" b="1" kern="100" dirty="0">
                <a:effectLst/>
                <a:latin typeface="Aptos" panose="020B0004020202020204" pitchFamily="34" charset="0"/>
                <a:ea typeface="Aptos" panose="020B0004020202020204" pitchFamily="34" charset="0"/>
                <a:cs typeface="Times New Roman" panose="02020603050405020304" pitchFamily="18" charset="0"/>
              </a:rPr>
              <a:t>Conclusion</a:t>
            </a: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br>
              <a:rPr lang="fr-FR" sz="1800" kern="100" dirty="0">
                <a:effectLst/>
                <a:latin typeface="Aptos" panose="020B0004020202020204" pitchFamily="34" charset="0"/>
                <a:ea typeface="Aptos" panose="020B0004020202020204" pitchFamily="34" charset="0"/>
                <a:cs typeface="Times New Roman" panose="02020603050405020304" pitchFamily="18" charset="0"/>
              </a:rPr>
            </a:br>
            <a:r>
              <a:rPr lang="fr-FR" sz="1800" kern="100" dirty="0">
                <a:effectLst/>
                <a:latin typeface="Aptos" panose="020B0004020202020204" pitchFamily="34" charset="0"/>
                <a:ea typeface="Aptos" panose="020B0004020202020204" pitchFamily="34" charset="0"/>
                <a:cs typeface="Times New Roman" panose="02020603050405020304" pitchFamily="18" charset="0"/>
              </a:rPr>
              <a:t>Ces résultats confirment que les clusters identifiés diffèrent significativement sur toutes les variables analysées. Vous pouvez conclure que les clusters représentent des sous-groupes bien distincts dans vos données, avec des caractéristiques uniques liées aux variables nutritionnelles. Par exemple :</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Certains clusters pourraient regrouper des produits très riches en sodium et en sel.</a:t>
            </a:r>
          </a:p>
          <a:p>
            <a:pPr marL="342900" lvl="0" indent="-342900">
              <a:lnSpc>
                <a:spcPct val="115000"/>
              </a:lnSpc>
              <a:spcAft>
                <a:spcPts val="800"/>
              </a:spcAft>
              <a:buSzPts val="1000"/>
              <a:buFont typeface="Symbol" panose="05050102010706020507" pitchFamily="18" charset="2"/>
              <a:buChar char=""/>
              <a:tabLst>
                <a:tab pos="457200" algn="l"/>
              </a:tabLs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D'autres clusters pourraient se distinguer par leur teneur en graisses saturées, sucre ou énergie.</a:t>
            </a:r>
          </a:p>
          <a:p>
            <a:pPr>
              <a:lnSpc>
                <a:spcPct val="115000"/>
              </a:lnSpc>
              <a:spcAft>
                <a:spcPts val="800"/>
              </a:spcAft>
            </a:pPr>
            <a:r>
              <a:rPr lang="fr-FR" sz="1800" kern="100" dirty="0">
                <a:effectLst/>
                <a:latin typeface="Aptos" panose="020B0004020202020204" pitchFamily="34" charset="0"/>
                <a:ea typeface="Aptos" panose="020B0004020202020204" pitchFamily="34" charset="0"/>
                <a:cs typeface="Times New Roman" panose="02020603050405020304" pitchFamily="18" charset="0"/>
              </a:rPr>
              <a:t> </a:t>
            </a:r>
          </a:p>
          <a:p>
            <a:endParaRPr lang="fr-FR" dirty="0"/>
          </a:p>
        </p:txBody>
      </p:sp>
      <p:sp>
        <p:nvSpPr>
          <p:cNvPr id="4" name="Espace réservé du numéro de diapositive 3">
            <a:extLst>
              <a:ext uri="{FF2B5EF4-FFF2-40B4-BE49-F238E27FC236}">
                <a16:creationId xmlns:a16="http://schemas.microsoft.com/office/drawing/2014/main" id="{7F56878C-25B9-9662-B622-372C7C22DE28}"/>
              </a:ext>
            </a:extLst>
          </p:cNvPr>
          <p:cNvSpPr>
            <a:spLocks noGrp="1"/>
          </p:cNvSpPr>
          <p:nvPr>
            <p:ph type="sldNum" sz="quarter" idx="5"/>
          </p:nvPr>
        </p:nvSpPr>
        <p:spPr/>
        <p:txBody>
          <a:bodyPr/>
          <a:lstStyle/>
          <a:p>
            <a:fld id="{CF199843-168D-46C8-BE8F-EF4E0FBC5722}" type="slidenum">
              <a:rPr lang="fr-FR" smtClean="0"/>
              <a:t>40</a:t>
            </a:fld>
            <a:endParaRPr lang="fr-FR"/>
          </a:p>
        </p:txBody>
      </p:sp>
    </p:spTree>
    <p:extLst>
      <p:ext uri="{BB962C8B-B14F-4D97-AF65-F5344CB8AC3E}">
        <p14:creationId xmlns:p14="http://schemas.microsoft.com/office/powerpoint/2010/main" val="39226334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F199843-168D-46C8-BE8F-EF4E0FBC5722}" type="slidenum">
              <a:rPr lang="fr-FR" smtClean="0"/>
              <a:t>41</a:t>
            </a:fld>
            <a:endParaRPr lang="fr-FR"/>
          </a:p>
        </p:txBody>
      </p:sp>
    </p:spTree>
    <p:extLst>
      <p:ext uri="{BB962C8B-B14F-4D97-AF65-F5344CB8AC3E}">
        <p14:creationId xmlns:p14="http://schemas.microsoft.com/office/powerpoint/2010/main" val="1177270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24/01/2025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0914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02303"/>
          </a:xfrm>
        </p:spPr>
        <p:txBody>
          <a:bodyPr/>
          <a:lstStyle>
            <a:lvl1pPr marL="0">
              <a:defRPr/>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24/01/2025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551101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7B95A81-95D6-4598-92E4-F36600039EC1}" type="datetimeFigureOut">
              <a:rPr lang="fr-FR" smtClean="0"/>
              <a:t>24/01/2025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5157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7B95A81-95D6-4598-92E4-F36600039EC1}" type="datetimeFigureOut">
              <a:rPr lang="fr-FR" smtClean="0"/>
              <a:t>24/01/2025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3105442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610863"/>
          </a:xfrm>
        </p:spPr>
        <p:txBody>
          <a:bodyPr/>
          <a:lstStyle/>
          <a:p>
            <a:r>
              <a:rPr lang="fr-FR" dirty="0"/>
              <a:t>Modifiez le style du titre</a:t>
            </a:r>
            <a:endParaRPr lang="en-US" dirty="0"/>
          </a:p>
        </p:txBody>
      </p:sp>
      <p:sp>
        <p:nvSpPr>
          <p:cNvPr id="4" name="Content Placeholder 3"/>
          <p:cNvSpPr>
            <a:spLocks noGrp="1"/>
          </p:cNvSpPr>
          <p:nvPr>
            <p:ph sz="half" idx="2"/>
          </p:nvPr>
        </p:nvSpPr>
        <p:spPr>
          <a:xfrm>
            <a:off x="479394" y="1438176"/>
            <a:ext cx="5555646" cy="414061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Content Placeholder 5"/>
          <p:cNvSpPr>
            <a:spLocks noGrp="1"/>
          </p:cNvSpPr>
          <p:nvPr>
            <p:ph sz="quarter" idx="4"/>
          </p:nvPr>
        </p:nvSpPr>
        <p:spPr>
          <a:xfrm>
            <a:off x="6217920" y="1411547"/>
            <a:ext cx="5494686" cy="4140612"/>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Date Placeholder 6"/>
          <p:cNvSpPr>
            <a:spLocks noGrp="1"/>
          </p:cNvSpPr>
          <p:nvPr>
            <p:ph type="dt" sz="half" idx="10"/>
          </p:nvPr>
        </p:nvSpPr>
        <p:spPr/>
        <p:txBody>
          <a:bodyPr/>
          <a:lstStyle/>
          <a:p>
            <a:fld id="{B7B95A81-95D6-4598-92E4-F36600039EC1}" type="datetimeFigureOut">
              <a:rPr lang="fr-FR" smtClean="0"/>
              <a:t>24/01/2025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857633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7B95A81-95D6-4598-92E4-F36600039EC1}" type="datetimeFigureOut">
              <a:rPr lang="fr-FR" smtClean="0"/>
              <a:t>24/01/2025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1140664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7B95A81-95D6-4598-92E4-F36600039EC1}" type="datetimeFigureOut">
              <a:rPr lang="fr-FR" smtClean="0"/>
              <a:t>24/01/2025</a:t>
            </a:fld>
            <a:endParaRPr lang="fr-F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FR"/>
          </a:p>
        </p:txBody>
      </p:sp>
      <p:sp>
        <p:nvSpPr>
          <p:cNvPr id="9" name="Slide Number Placeholder 8"/>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289988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7B95A81-95D6-4598-92E4-F36600039EC1}" type="datetimeFigureOut">
              <a:rPr lang="fr-FR" smtClean="0"/>
              <a:t>24/01/2025</a:t>
            </a:fld>
            <a:endParaRPr lang="fr-F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fr-F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4D8B171-25EA-4950-AA82-4F9485406C51}" type="slidenum">
              <a:rPr lang="fr-FR" smtClean="0"/>
              <a:t>‹N°›</a:t>
            </a:fld>
            <a:endParaRPr lang="fr-FR"/>
          </a:p>
        </p:txBody>
      </p:sp>
    </p:spTree>
    <p:extLst>
      <p:ext uri="{BB962C8B-B14F-4D97-AF65-F5344CB8AC3E}">
        <p14:creationId xmlns:p14="http://schemas.microsoft.com/office/powerpoint/2010/main" val="341306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7B95A81-95D6-4598-92E4-F36600039EC1}" type="datetimeFigureOut">
              <a:rPr lang="fr-FR" smtClean="0"/>
              <a:t>24/01/2025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60199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24/01/2025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2155411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7B95A81-95D6-4598-92E4-F36600039EC1}" type="datetimeFigureOut">
              <a:rPr lang="fr-FR" smtClean="0"/>
              <a:t>24/01/2025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4D8B171-25EA-4950-AA82-4F9485406C51}" type="slidenum">
              <a:rPr lang="fr-FR" smtClean="0"/>
              <a:t>‹N°›</a:t>
            </a:fld>
            <a:endParaRPr lang="fr-FR"/>
          </a:p>
        </p:txBody>
      </p:sp>
    </p:spTree>
    <p:extLst>
      <p:ext uri="{BB962C8B-B14F-4D97-AF65-F5344CB8AC3E}">
        <p14:creationId xmlns:p14="http://schemas.microsoft.com/office/powerpoint/2010/main" val="696325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B26166-06B8-0581-C54C-9BCAD21434C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000B430-CE91-988C-DAE4-620CCE6421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EF5BA758-E902-1567-8373-487B41DFA1EE}"/>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FF06BDE0-415A-CFD2-44D7-836576D79C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292257-8C36-E0E8-CBDD-0524DE6C1940}"/>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0025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27D9D5-03D0-DE82-0BFC-B45A3DDCA06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0B94BED-FA97-8D39-2851-A0FE59447E9C}"/>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1AC38BA-2BC2-6E74-E22D-7882A797E670}"/>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8FD0D32F-2D2C-64FE-E75E-503019F926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BF16736-733A-57C5-6EC0-D3649F33219C}"/>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379576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E24F75-696C-72E1-8293-71F1B2EE55C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6D8C900-CCF0-52C9-9F13-4802B5D25A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9F13A00-CC06-ECA0-4632-D22254541238}"/>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ACEE62D9-AFCA-8895-B2E5-12A6A00F57E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0DB45FD-147B-873F-7A8C-357C6EA0297A}"/>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489362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E8992E-9A0D-7CFC-7A6C-96C5D8738D4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4B8B844-B7C5-E392-D812-BF1FA9D6294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D547CAD-9802-A805-FB44-B076C3589F5A}"/>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16F2D32-A447-8473-E46B-54E774B66EE7}"/>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6" name="Espace réservé du pied de page 5">
            <a:extLst>
              <a:ext uri="{FF2B5EF4-FFF2-40B4-BE49-F238E27FC236}">
                <a16:creationId xmlns:a16="http://schemas.microsoft.com/office/drawing/2014/main" id="{FA8696EB-081E-6147-8598-1CB9AD9346F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6B61243-748D-E4B4-9A2B-520962D59FAB}"/>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30025684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C6D347-83AD-0A3F-62A0-C503C4F1291A}"/>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09CE71B3-4172-45CF-4658-61CE70210E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DFFA6FCF-E158-95C6-75CB-72E722F18A33}"/>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AEA51D9D-89A6-2881-FC05-5770B16C2E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9E1D18C-79D2-DA3E-7A0F-0FAAF93E8EB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96122C-E0DA-4E57-001B-C845B2F0E948}"/>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8" name="Espace réservé du pied de page 7">
            <a:extLst>
              <a:ext uri="{FF2B5EF4-FFF2-40B4-BE49-F238E27FC236}">
                <a16:creationId xmlns:a16="http://schemas.microsoft.com/office/drawing/2014/main" id="{49AB1F82-3E8E-861F-6A5E-DA933A2AE108}"/>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74019527-69F0-E540-E21C-7F90DFBA5F32}"/>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23876200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17A44F-7B20-FFFB-0EC9-C0A09F30B2F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652ECC7B-8D2D-B925-CAA1-A96DFC5BC2BD}"/>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4" name="Espace réservé du pied de page 3">
            <a:extLst>
              <a:ext uri="{FF2B5EF4-FFF2-40B4-BE49-F238E27FC236}">
                <a16:creationId xmlns:a16="http://schemas.microsoft.com/office/drawing/2014/main" id="{B75F03F7-2847-8268-0BF5-D8C633DD17D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7F921795-B726-8C8C-9D51-AC4AC4D0F4EB}"/>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245126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6159E40-CC4B-846A-C652-2E7D96636213}"/>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3" name="Espace réservé du pied de page 2">
            <a:extLst>
              <a:ext uri="{FF2B5EF4-FFF2-40B4-BE49-F238E27FC236}">
                <a16:creationId xmlns:a16="http://schemas.microsoft.com/office/drawing/2014/main" id="{FF1E5D1D-D807-5D3F-E95C-358F1D930723}"/>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059D912-A2F5-161C-B167-53D8520CE20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216596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69711A-B6EC-65B4-E9CF-C3853D1858F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9B644B3A-62D6-B1B5-6651-D893439C2A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5431A7CF-A4A6-5070-55ED-39FE2B0B2A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CEFF57F-17CD-8C8E-CE39-092B4461DAA9}"/>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6" name="Espace réservé du pied de page 5">
            <a:extLst>
              <a:ext uri="{FF2B5EF4-FFF2-40B4-BE49-F238E27FC236}">
                <a16:creationId xmlns:a16="http://schemas.microsoft.com/office/drawing/2014/main" id="{CAD7223B-B48A-61E6-7A7D-B7003420FEA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7572F8B-6642-0E83-1350-C54D855A86F2}"/>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64955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4362EC-2DB3-49D9-D638-2418ACE23DE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357A207-99FB-B007-32D9-26B3E54A57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99B3C96-97BA-1E53-E265-E73F25A747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6AB6335-B28F-F672-B2FC-62189C3B3D64}"/>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6" name="Espace réservé du pied de page 5">
            <a:extLst>
              <a:ext uri="{FF2B5EF4-FFF2-40B4-BE49-F238E27FC236}">
                <a16:creationId xmlns:a16="http://schemas.microsoft.com/office/drawing/2014/main" id="{5A6ACEA6-96B4-D190-D59E-C075466DFFD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8AE38E-2233-CB1B-3904-581DD70F7C1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0373454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E62868-7D87-7362-77AE-AA52A061DC00}"/>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012A5CF-5143-903E-8961-C4E07EA5B99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9169F92-D8BE-92AC-1C10-512DD82A62FB}"/>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8AA30A9C-9C6C-673C-E6BD-52E7B9D75A0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EC460D5-B90E-A100-FBF6-254F88940599}"/>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6509568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94DE4E6-1FEE-E114-D76D-9886C1CBE9B1}"/>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0D864DFC-C590-CEBD-BB63-B804DEFD498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DE4EB69-50C3-EA86-7FDF-DC0CBA827B6A}"/>
              </a:ext>
            </a:extLst>
          </p:cNvPr>
          <p:cNvSpPr>
            <a:spLocks noGrp="1"/>
          </p:cNvSpPr>
          <p:nvPr>
            <p:ph type="dt" sz="half" idx="10"/>
          </p:nvPr>
        </p:nvSpPr>
        <p:spPr/>
        <p:txBody>
          <a:body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159A1A18-37E1-5D53-7291-4CC39E55367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0B70E8-0914-7CB9-E0AB-6338EA8C9AEF}"/>
              </a:ext>
            </a:extLst>
          </p:cNvPr>
          <p:cNvSpPr>
            <a:spLocks noGrp="1"/>
          </p:cNvSpPr>
          <p:nvPr>
            <p:ph type="sldNum" sz="quarter" idx="12"/>
          </p:nvPr>
        </p:nvSpPr>
        <p:spPr/>
        <p:txBody>
          <a:bodyPr/>
          <a:lstStyle/>
          <a:p>
            <a:fld id="{ADA4038B-4ED9-42F3-8F08-4C87D8E125FF}" type="slidenum">
              <a:rPr lang="fr-FR" smtClean="0"/>
              <a:t>‹N°›</a:t>
            </a:fld>
            <a:endParaRPr lang="fr-FR"/>
          </a:p>
        </p:txBody>
      </p:sp>
    </p:spTree>
    <p:extLst>
      <p:ext uri="{BB962C8B-B14F-4D97-AF65-F5344CB8AC3E}">
        <p14:creationId xmlns:p14="http://schemas.microsoft.com/office/powerpoint/2010/main" val="1348476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7B95A81-95D6-4598-92E4-F36600039EC1}" type="datetimeFigureOut">
              <a:rPr lang="fr-FR" smtClean="0"/>
              <a:t>24/01/2025</a:t>
            </a:fld>
            <a:endParaRPr lang="fr-F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F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4D8B171-25EA-4950-AA82-4F9485406C51}" type="slidenum">
              <a:rPr lang="fr-FR" smtClean="0"/>
              <a:t>‹N°›</a:t>
            </a:fld>
            <a:endParaRPr lang="fr-F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913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B104A5C-C04A-4293-5FD7-E901E75B3B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6166B896-7513-138B-5222-CBABB36C3B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7D22572-B7CE-012F-F326-0D178E6339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97D036-C00B-41C0-8DDE-CE9AC58A4482}" type="datetimeFigureOut">
              <a:rPr lang="fr-FR" smtClean="0"/>
              <a:t>24/01/2025</a:t>
            </a:fld>
            <a:endParaRPr lang="fr-FR"/>
          </a:p>
        </p:txBody>
      </p:sp>
      <p:sp>
        <p:nvSpPr>
          <p:cNvPr id="5" name="Espace réservé du pied de page 4">
            <a:extLst>
              <a:ext uri="{FF2B5EF4-FFF2-40B4-BE49-F238E27FC236}">
                <a16:creationId xmlns:a16="http://schemas.microsoft.com/office/drawing/2014/main" id="{C971517F-7FBA-A17C-733B-FA0C5F628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DAD914B-1C8E-BCD5-3682-F74A51FE7D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A4038B-4ED9-42F3-8F08-4C87D8E125FF}" type="slidenum">
              <a:rPr lang="fr-FR" smtClean="0"/>
              <a:t>‹N°›</a:t>
            </a:fld>
            <a:endParaRPr lang="fr-FR"/>
          </a:p>
        </p:txBody>
      </p:sp>
    </p:spTree>
    <p:extLst>
      <p:ext uri="{BB962C8B-B14F-4D97-AF65-F5344CB8AC3E}">
        <p14:creationId xmlns:p14="http://schemas.microsoft.com/office/powerpoint/2010/main" val="90248391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62.png"/></Relationships>
</file>

<file path=ppt/slides/_rels/slide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64.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Historique de la technologie des blocs bleus et des réseaux">
            <a:extLst>
              <a:ext uri="{FF2B5EF4-FFF2-40B4-BE49-F238E27FC236}">
                <a16:creationId xmlns:a16="http://schemas.microsoft.com/office/drawing/2014/main" id="{0B5EC820-379B-99E8-7745-82DB0B16739E}"/>
              </a:ext>
            </a:extLst>
          </p:cNvPr>
          <p:cNvPicPr>
            <a:picLocks noChangeAspect="1"/>
          </p:cNvPicPr>
          <p:nvPr/>
        </p:nvPicPr>
        <p:blipFill>
          <a:blip r:embed="rId3">
            <a:duotone>
              <a:schemeClr val="bg2">
                <a:shade val="45000"/>
                <a:satMod val="135000"/>
              </a:schemeClr>
              <a:prstClr val="white"/>
            </a:duotone>
            <a:alphaModFix amt="35000"/>
          </a:blip>
          <a:srcRect b="-446"/>
          <a:stretch/>
        </p:blipFill>
        <p:spPr>
          <a:xfrm>
            <a:off x="20" y="10"/>
            <a:ext cx="12191980" cy="6857990"/>
          </a:xfrm>
          <a:prstGeom prst="rect">
            <a:avLst/>
          </a:prstGeom>
        </p:spPr>
      </p:pic>
      <p:sp>
        <p:nvSpPr>
          <p:cNvPr id="2" name="Titre 1">
            <a:extLst>
              <a:ext uri="{FF2B5EF4-FFF2-40B4-BE49-F238E27FC236}">
                <a16:creationId xmlns:a16="http://schemas.microsoft.com/office/drawing/2014/main" id="{C24423DC-8A90-AF11-5AAC-107F7B7B3E6B}"/>
              </a:ext>
            </a:extLst>
          </p:cNvPr>
          <p:cNvSpPr>
            <a:spLocks noGrp="1"/>
          </p:cNvSpPr>
          <p:nvPr>
            <p:ph type="ctrTitle"/>
          </p:nvPr>
        </p:nvSpPr>
        <p:spPr>
          <a:xfrm>
            <a:off x="1097280" y="758952"/>
            <a:ext cx="11094700" cy="3566160"/>
          </a:xfrm>
        </p:spPr>
        <p:txBody>
          <a:bodyPr>
            <a:normAutofit/>
          </a:bodyPr>
          <a:lstStyle/>
          <a:p>
            <a:r>
              <a:rPr lang="fr-FR" noProof="0" dirty="0"/>
              <a:t>Projet 4:Anticipez les besoins en consommation de bâtiments</a:t>
            </a:r>
          </a:p>
        </p:txBody>
      </p:sp>
      <p:sp>
        <p:nvSpPr>
          <p:cNvPr id="3" name="Sous-titre 2">
            <a:extLst>
              <a:ext uri="{FF2B5EF4-FFF2-40B4-BE49-F238E27FC236}">
                <a16:creationId xmlns:a16="http://schemas.microsoft.com/office/drawing/2014/main" id="{99203BBD-1CD8-E13D-5BA9-C7A931D650FB}"/>
              </a:ext>
            </a:extLst>
          </p:cNvPr>
          <p:cNvSpPr>
            <a:spLocks noGrp="1"/>
          </p:cNvSpPr>
          <p:nvPr>
            <p:ph type="subTitle" idx="1"/>
          </p:nvPr>
        </p:nvSpPr>
        <p:spPr>
          <a:xfrm>
            <a:off x="1100051" y="4455620"/>
            <a:ext cx="10058400" cy="1143000"/>
          </a:xfrm>
        </p:spPr>
        <p:txBody>
          <a:bodyPr>
            <a:normAutofit/>
          </a:bodyPr>
          <a:lstStyle/>
          <a:p>
            <a:r>
              <a:rPr lang="fr-FR" sz="1500" noProof="0" dirty="0">
                <a:solidFill>
                  <a:schemeClr val="tx1">
                    <a:lumMod val="85000"/>
                    <a:lumOff val="15000"/>
                  </a:schemeClr>
                </a:solidFill>
              </a:rPr>
              <a:t>Master 2 Data scientist </a:t>
            </a:r>
            <a:r>
              <a:rPr lang="fr-FR" sz="1500" noProof="0" dirty="0" err="1">
                <a:solidFill>
                  <a:schemeClr val="tx1">
                    <a:lumMod val="85000"/>
                    <a:lumOff val="15000"/>
                  </a:schemeClr>
                </a:solidFill>
              </a:rPr>
              <a:t>openclassrooms</a:t>
            </a:r>
            <a:endParaRPr lang="fr-FR" sz="1500" noProof="0" dirty="0">
              <a:solidFill>
                <a:schemeClr val="tx1">
                  <a:lumMod val="85000"/>
                  <a:lumOff val="15000"/>
                </a:schemeClr>
              </a:solidFill>
            </a:endParaRPr>
          </a:p>
          <a:p>
            <a:r>
              <a:rPr lang="fr-FR" sz="1500" noProof="0" dirty="0">
                <a:solidFill>
                  <a:schemeClr val="tx1">
                    <a:lumMod val="85000"/>
                    <a:lumOff val="15000"/>
                  </a:schemeClr>
                </a:solidFill>
              </a:rPr>
              <a:t>Présenté par : ATTIG Hakim-AMIN</a:t>
            </a:r>
          </a:p>
          <a:p>
            <a:r>
              <a:rPr lang="fr-FR" sz="1500" noProof="0" dirty="0">
                <a:solidFill>
                  <a:schemeClr val="tx1">
                    <a:lumMod val="85000"/>
                    <a:lumOff val="15000"/>
                  </a:schemeClr>
                </a:solidFill>
              </a:rPr>
              <a:t>Le 17 janvier 2024 </a:t>
            </a:r>
          </a:p>
          <a:p>
            <a:endParaRPr lang="fr-FR" sz="1500" noProof="0" dirty="0">
              <a:solidFill>
                <a:schemeClr val="tx1">
                  <a:lumMod val="85000"/>
                  <a:lumOff val="15000"/>
                </a:schemeClr>
              </a:solidFill>
            </a:endParaRPr>
          </a:p>
          <a:p>
            <a:endParaRPr lang="fr-FR" sz="1500" noProof="0" dirty="0">
              <a:solidFill>
                <a:schemeClr val="tx1">
                  <a:lumMod val="85000"/>
                  <a:lumOff val="15000"/>
                </a:schemeClr>
              </a:solidFill>
            </a:endParaRPr>
          </a:p>
        </p:txBody>
      </p:sp>
      <p:cxnSp>
        <p:nvCxnSpPr>
          <p:cNvPr id="9" name="Straight Connector 8">
            <a:extLst>
              <a:ext uri="{FF2B5EF4-FFF2-40B4-BE49-F238E27FC236}">
                <a16:creationId xmlns:a16="http://schemas.microsoft.com/office/drawing/2014/main" id="{77AB95BF-57D0-4E49-9EF2-408B47C8D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C520CBD-F82E-44E4-BDA5-128716AD7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3" name="Rectangle 12">
            <a:extLst>
              <a:ext uri="{FF2B5EF4-FFF2-40B4-BE49-F238E27FC236}">
                <a16:creationId xmlns:a16="http://schemas.microsoft.com/office/drawing/2014/main" id="{4618AE32-A526-42FC-A854-732740BD3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Tree>
    <p:extLst>
      <p:ext uri="{BB962C8B-B14F-4D97-AF65-F5344CB8AC3E}">
        <p14:creationId xmlns:p14="http://schemas.microsoft.com/office/powerpoint/2010/main" val="2156845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6D16D1E-4205-49F5-BD2A-DA769947C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5" name="Rectangle 14">
            <a:extLst>
              <a:ext uri="{FF2B5EF4-FFF2-40B4-BE49-F238E27FC236}">
                <a16:creationId xmlns:a16="http://schemas.microsoft.com/office/drawing/2014/main" id="{012FD100-C039-4E03-B5E4-2EDFA7290A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4193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7" name="Straight Connector 16">
            <a:extLst>
              <a:ext uri="{FF2B5EF4-FFF2-40B4-BE49-F238E27FC236}">
                <a16:creationId xmlns:a16="http://schemas.microsoft.com/office/drawing/2014/main" id="{4418FCD2-8448-4A81-8EB4-72250F7827B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re 1">
            <a:extLst>
              <a:ext uri="{FF2B5EF4-FFF2-40B4-BE49-F238E27FC236}">
                <a16:creationId xmlns:a16="http://schemas.microsoft.com/office/drawing/2014/main" id="{46B9AD57-7255-9239-7A43-6418FDFA8937}"/>
              </a:ext>
            </a:extLst>
          </p:cNvPr>
          <p:cNvSpPr>
            <a:spLocks noGrp="1"/>
          </p:cNvSpPr>
          <p:nvPr>
            <p:ph type="title"/>
          </p:nvPr>
        </p:nvSpPr>
        <p:spPr>
          <a:xfrm>
            <a:off x="1097280" y="286603"/>
            <a:ext cx="10058400" cy="1450757"/>
          </a:xfrm>
        </p:spPr>
        <p:txBody>
          <a:bodyPr vert="horz" lIns="91440" tIns="45720" rIns="91440" bIns="45720" rtlCol="0" anchor="b">
            <a:normAutofit/>
          </a:bodyPr>
          <a:lstStyle/>
          <a:p>
            <a:r>
              <a:rPr lang="fr-FR" noProof="0"/>
              <a:t>Sommaire</a:t>
            </a:r>
            <a:endParaRPr lang="fr-FR" noProof="0" dirty="0"/>
          </a:p>
        </p:txBody>
      </p:sp>
      <p:sp>
        <p:nvSpPr>
          <p:cNvPr id="3" name="Espace réservé du contenu 2">
            <a:extLst>
              <a:ext uri="{FF2B5EF4-FFF2-40B4-BE49-F238E27FC236}">
                <a16:creationId xmlns:a16="http://schemas.microsoft.com/office/drawing/2014/main" id="{6B421DE1-92AA-0FEE-E09E-0A3648D14598}"/>
              </a:ext>
            </a:extLst>
          </p:cNvPr>
          <p:cNvSpPr txBox="1">
            <a:spLocks/>
          </p:cNvSpPr>
          <p:nvPr/>
        </p:nvSpPr>
        <p:spPr>
          <a:xfrm>
            <a:off x="1097280" y="1988288"/>
            <a:ext cx="10058400" cy="388080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0"/>
              </a:spcAft>
            </a:pPr>
            <a:endParaRPr lang="fr-FR" noProof="0" dirty="0"/>
          </a:p>
        </p:txBody>
      </p:sp>
      <p:sp>
        <p:nvSpPr>
          <p:cNvPr id="4" name="Espace réservé du contenu 2">
            <a:extLst>
              <a:ext uri="{FF2B5EF4-FFF2-40B4-BE49-F238E27FC236}">
                <a16:creationId xmlns:a16="http://schemas.microsoft.com/office/drawing/2014/main" id="{FE57EC04-AE44-2AE3-DF8E-058E24952B23}"/>
              </a:ext>
            </a:extLst>
          </p:cNvPr>
          <p:cNvSpPr txBox="1">
            <a:spLocks/>
          </p:cNvSpPr>
          <p:nvPr/>
        </p:nvSpPr>
        <p:spPr>
          <a:xfrm>
            <a:off x="1097280" y="2228850"/>
            <a:ext cx="10058400" cy="3640244"/>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0"/>
              </a:spcAft>
            </a:pPr>
            <a:endParaRPr lang="fr-FR" noProof="0" dirty="0"/>
          </a:p>
        </p:txBody>
      </p:sp>
      <p:graphicFrame>
        <p:nvGraphicFramePr>
          <p:cNvPr id="9" name="ZoneTexte 6">
            <a:extLst>
              <a:ext uri="{FF2B5EF4-FFF2-40B4-BE49-F238E27FC236}">
                <a16:creationId xmlns:a16="http://schemas.microsoft.com/office/drawing/2014/main" id="{AE5CE005-9238-4BE2-F9CF-ACA17F5290A5}"/>
              </a:ext>
            </a:extLst>
          </p:cNvPr>
          <p:cNvGraphicFramePr/>
          <p:nvPr>
            <p:extLst>
              <p:ext uri="{D42A27DB-BD31-4B8C-83A1-F6EECF244321}">
                <p14:modId xmlns:p14="http://schemas.microsoft.com/office/powerpoint/2010/main" val="1183547441"/>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9903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Introduction</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1097280" y="1400175"/>
            <a:ext cx="10058400" cy="44689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0" indent="-457200">
              <a:lnSpc>
                <a:spcPct val="115000"/>
              </a:lnSpc>
              <a:spcAft>
                <a:spcPts val="0"/>
              </a:spcAft>
              <a:buClr>
                <a:schemeClr val="tx1">
                  <a:lumMod val="95000"/>
                  <a:lumOff val="5000"/>
                </a:schemeClr>
              </a:buClr>
              <a:buFont typeface="+mj-lt"/>
              <a:buAutoNum type="arabicPeriod"/>
              <a:tabLst>
                <a:tab pos="457200" algn="l"/>
              </a:tabLst>
            </a:pPr>
            <a:r>
              <a:rPr lang="fr-FR" sz="2400" b="1" noProof="0" dirty="0">
                <a:latin typeface="Aptos" panose="020B0004020202020204" pitchFamily="34" charset="0"/>
                <a:cs typeface="Times New Roman" panose="02020603050405020304" pitchFamily="18" charset="0"/>
              </a:rPr>
              <a:t>Résumé de la mission </a:t>
            </a:r>
          </a:p>
          <a:p>
            <a:pPr lvl="0">
              <a:lnSpc>
                <a:spcPct val="115000"/>
              </a:lnSpc>
              <a:spcAft>
                <a:spcPts val="0"/>
              </a:spcAft>
              <a:tabLst>
                <a:tab pos="457200" algn="l"/>
              </a:tabLst>
            </a:pPr>
            <a:r>
              <a:rPr lang="fr-FR" dirty="0"/>
              <a:t>Dans le cadre de l'initiative de la ville de Seattle pour atteindre la neutralité carbone d'ici 2050, nous nous concentrons sur la consommation d'énergie et les émissions de CO2 des bâtiments non résidentiels. Des relevés détaillés ont été effectués en 2016, mais obtenir de nouvelles données pour chaque bâtiment est coûteux et difficile. Notre objectif principal dans ce projet est de prédire la consommation d'énergie et les émissions de CO2 pour ces bâtiments, en utilisant les données existantes. Nous allons également évaluer l'intérêt d'intégrer l'ENERGY STAR Score dans la modélisation pour améliorer les prédictions. Ce projet implique de réaliser des analyses exploratoires, de tester plusieurs algorithmes de machine </a:t>
            </a:r>
            <a:r>
              <a:rPr lang="fr-FR" dirty="0" err="1"/>
              <a:t>learning</a:t>
            </a:r>
            <a:r>
              <a:rPr lang="fr-FR" dirty="0"/>
              <a:t> et d'effectuer une évaluation rigoureuse des performances des modèles.</a:t>
            </a:r>
            <a:endParaRPr lang="fr-FR" noProof="0" dirty="0"/>
          </a:p>
        </p:txBody>
      </p:sp>
    </p:spTree>
    <p:extLst>
      <p:ext uri="{BB962C8B-B14F-4D97-AF65-F5344CB8AC3E}">
        <p14:creationId xmlns:p14="http://schemas.microsoft.com/office/powerpoint/2010/main" val="77692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a:t>Introduction</a:t>
            </a:r>
            <a:endParaRPr lang="fr-FR" noProof="0" dirty="0"/>
          </a:p>
        </p:txBody>
      </p:sp>
      <p:graphicFrame>
        <p:nvGraphicFramePr>
          <p:cNvPr id="23" name="Espace réservé du contenu 2">
            <a:extLst>
              <a:ext uri="{FF2B5EF4-FFF2-40B4-BE49-F238E27FC236}">
                <a16:creationId xmlns:a16="http://schemas.microsoft.com/office/drawing/2014/main" id="{F42B9467-C5F1-0A3E-30D8-38D17A53E050}"/>
              </a:ext>
            </a:extLst>
          </p:cNvPr>
          <p:cNvGraphicFramePr/>
          <p:nvPr/>
        </p:nvGraphicFramePr>
        <p:xfrm>
          <a:off x="1097280" y="1248032"/>
          <a:ext cx="10058400" cy="49427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6615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605896"/>
            <a:ext cx="3084844" cy="564620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600" dirty="0" err="1">
                <a:solidFill>
                  <a:srgbClr val="FFFFFF"/>
                </a:solidFill>
              </a:rPr>
              <a:t>Analyse</a:t>
            </a:r>
            <a:r>
              <a:rPr lang="en-US" sz="3600" dirty="0">
                <a:solidFill>
                  <a:srgbClr val="FFFFFF"/>
                </a:solidFill>
              </a:rPr>
              <a:t> </a:t>
            </a:r>
            <a:r>
              <a:rPr lang="en-US" sz="3600" dirty="0" err="1">
                <a:solidFill>
                  <a:srgbClr val="FFFFFF"/>
                </a:solidFill>
              </a:rPr>
              <a:t>Exploratoire</a:t>
            </a:r>
            <a:r>
              <a:rPr lang="en-US" sz="3600" dirty="0">
                <a:solidFill>
                  <a:srgbClr val="FFFFFF"/>
                </a:solidFill>
              </a:rPr>
              <a:t> </a:t>
            </a:r>
            <a:endParaRPr lang="en-US" sz="3600" noProof="0" dirty="0">
              <a:solidFill>
                <a:srgbClr val="FFFFFF"/>
              </a:solidFill>
            </a:endParaRP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742016" y="605896"/>
            <a:ext cx="641366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342900" lvl="0" indent="-342900">
              <a:spcAft>
                <a:spcPts val="800"/>
              </a:spcAft>
              <a:buFont typeface="Calibri" panose="020F0502020204030204" pitchFamily="34" charset="0"/>
              <a:buAutoNum type="arabicPeriod" startAt="2"/>
              <a:tabLst>
                <a:tab pos="457200" algn="l"/>
              </a:tabLst>
            </a:pPr>
            <a:r>
              <a:rPr lang="en-US" b="1" noProof="0"/>
              <a:t>Préparation des Données</a:t>
            </a:r>
          </a:p>
          <a:p>
            <a:pPr marL="742950" lvl="1" indent="-285750">
              <a:spcAft>
                <a:spcPts val="0"/>
              </a:spcAft>
              <a:buSzPts val="1000"/>
              <a:buFont typeface="Calibri" panose="020F0502020204030204" pitchFamily="34" charset="0"/>
              <a:buChar char="o"/>
              <a:tabLst>
                <a:tab pos="914400" algn="l"/>
              </a:tabLst>
            </a:pPr>
            <a:r>
              <a:rPr lang="en-US" b="1" noProof="0"/>
              <a:t>Importation des packages et des librairies:</a:t>
            </a:r>
          </a:p>
          <a:p>
            <a:pPr lvl="1">
              <a:spcAft>
                <a:spcPts val="800"/>
              </a:spcAft>
              <a:buSzPts val="1000"/>
              <a:buFont typeface="Calibri" panose="020F0502020204030204" pitchFamily="34" charset="0"/>
              <a:buChar char="•"/>
              <a:tabLst>
                <a:tab pos="914400" algn="l"/>
              </a:tabLst>
            </a:pPr>
            <a:r>
              <a:rPr lang="en-US" noProof="0"/>
              <a:t>Liste des librairies utilisées (ex : Pandas, NumPy, Matplotlib, etc.)</a:t>
            </a:r>
          </a:p>
          <a:p>
            <a:pPr marL="742950" lvl="1" indent="-285750">
              <a:spcAft>
                <a:spcPts val="800"/>
              </a:spcAft>
              <a:buSzPts val="1000"/>
              <a:buFont typeface="Calibri" panose="020F0502020204030204" pitchFamily="34" charset="0"/>
              <a:buChar char="o"/>
              <a:tabLst>
                <a:tab pos="914400" algn="l"/>
              </a:tabLst>
            </a:pPr>
            <a:r>
              <a:rPr lang="en-US" b="1" noProof="0"/>
              <a:t>Importation des fichiers CSV:</a:t>
            </a:r>
          </a:p>
          <a:p>
            <a:pPr lvl="1">
              <a:spcBef>
                <a:spcPts val="0"/>
              </a:spcBef>
              <a:spcAft>
                <a:spcPts val="0"/>
              </a:spcAft>
              <a:buSzPts val="1000"/>
              <a:buFont typeface="Calibri" panose="020F0502020204030204" pitchFamily="34" charset="0"/>
              <a:buChar char="•"/>
              <a:tabLst>
                <a:tab pos="914400" algn="l"/>
              </a:tabLst>
            </a:pPr>
            <a:r>
              <a:rPr lang="en-US" noProof="0"/>
              <a:t>Ouvrir le fichier CSV : df = pd.</a:t>
            </a:r>
            <a:r>
              <a:rPr lang="en-US"/>
              <a:t>read</a:t>
            </a:r>
            <a:r>
              <a:rPr lang="en-US" noProof="0"/>
              <a:t>_csv('2016_Building_Energy_Benchmarking.csv’) </a:t>
            </a:r>
          </a:p>
          <a:p>
            <a:pPr lvl="1">
              <a:spcBef>
                <a:spcPts val="0"/>
              </a:spcBef>
              <a:spcAft>
                <a:spcPts val="0"/>
              </a:spcAft>
              <a:buSzPts val="1000"/>
              <a:buFont typeface="Calibri" panose="020F0502020204030204" pitchFamily="34" charset="0"/>
              <a:buChar char="•"/>
              <a:tabLst>
                <a:tab pos="914400" algn="l"/>
              </a:tabLst>
            </a:pPr>
            <a:r>
              <a:rPr lang="en-US"/>
              <a:t>Le fichier contient 3377 lignes et 46 colonnes </a:t>
            </a:r>
            <a:endParaRPr lang="en-US" noProof="0"/>
          </a:p>
          <a:p>
            <a:pPr lvl="1">
              <a:spcBef>
                <a:spcPts val="0"/>
              </a:spcBef>
              <a:spcAft>
                <a:spcPts val="0"/>
              </a:spcAft>
              <a:buSzPts val="1000"/>
              <a:tabLst>
                <a:tab pos="914400" algn="l"/>
              </a:tabLst>
            </a:pPr>
            <a:endParaRPr lang="en-US" noProof="0"/>
          </a:p>
        </p:txBody>
      </p:sp>
    </p:spTree>
    <p:extLst>
      <p:ext uri="{BB962C8B-B14F-4D97-AF65-F5344CB8AC3E}">
        <p14:creationId xmlns:p14="http://schemas.microsoft.com/office/powerpoint/2010/main" val="2158501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3" name="Rectangle 22">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4" name="Straight Connector 14">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26" name="Rectangle 2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600" dirty="0" err="1">
                <a:solidFill>
                  <a:srgbClr val="FFFFFF"/>
                </a:solidFill>
              </a:rPr>
              <a:t>Analyse</a:t>
            </a:r>
            <a:r>
              <a:rPr lang="en-US" sz="3600" dirty="0">
                <a:solidFill>
                  <a:srgbClr val="FFFFFF"/>
                </a:solidFill>
              </a:rPr>
              <a:t> </a:t>
            </a:r>
            <a:r>
              <a:rPr lang="en-US" sz="3600" dirty="0" err="1">
                <a:solidFill>
                  <a:srgbClr val="FFFFFF"/>
                </a:solidFill>
              </a:rPr>
              <a:t>Exploratoire</a:t>
            </a:r>
            <a:r>
              <a:rPr lang="en-US" sz="3600" dirty="0">
                <a:solidFill>
                  <a:srgbClr val="FFFFFF"/>
                </a:solidFill>
              </a:rPr>
              <a:t> </a:t>
            </a:r>
            <a:endParaRPr lang="en-US" sz="3600" noProof="0" dirty="0">
              <a:solidFill>
                <a:srgbClr val="FFFFFF"/>
              </a:solidFill>
            </a:endParaRP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9693" y="2653800"/>
            <a:ext cx="3981114"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Analyse de </a:t>
            </a:r>
            <a:r>
              <a:rPr lang="fr-FR" sz="2400" b="1" noProof="0" dirty="0" err="1">
                <a:solidFill>
                  <a:srgbClr val="FFFFFF"/>
                </a:solidFill>
              </a:rPr>
              <a:t>df</a:t>
            </a:r>
            <a:r>
              <a:rPr lang="fr-FR" sz="2400" b="1" noProof="0" dirty="0">
                <a:solidFill>
                  <a:srgbClr val="FFFFFF"/>
                </a:solidFill>
              </a:rPr>
              <a:t>:</a:t>
            </a:r>
          </a:p>
          <a:p>
            <a:pPr marL="457200" lvl="1" indent="0">
              <a:spcBef>
                <a:spcPts val="0"/>
              </a:spcBef>
              <a:spcAft>
                <a:spcPts val="600"/>
              </a:spcAft>
              <a:buClr>
                <a:schemeClr val="tx1">
                  <a:lumMod val="95000"/>
                  <a:lumOff val="5000"/>
                </a:schemeClr>
              </a:buClr>
              <a:buSzPts val="1000"/>
              <a:buNone/>
              <a:tabLst>
                <a:tab pos="914400" algn="l"/>
              </a:tabLst>
            </a:pPr>
            <a:endParaRPr lang="fr-FR" sz="2400" b="1" noProof="0"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Qualité des Données : Visualisation des données manquantes </a:t>
            </a:r>
          </a:p>
          <a:p>
            <a:pPr marL="742950" lvl="1" indent="-285750">
              <a:spcBef>
                <a:spcPts val="0"/>
              </a:spcBef>
              <a:spcAft>
                <a:spcPts val="600"/>
              </a:spcAft>
              <a:buSzPts val="1000"/>
              <a:buFont typeface="Arial" panose="020B0604020202020204" pitchFamily="34" charset="0"/>
              <a:buChar char="•"/>
              <a:tabLst>
                <a:tab pos="914400" algn="l"/>
              </a:tabLst>
            </a:pPr>
            <a:endParaRPr lang="fr-FR" sz="1500" noProof="0" dirty="0">
              <a:solidFill>
                <a:srgbClr val="FFFFFF"/>
              </a:solidFill>
            </a:endParaRPr>
          </a:p>
          <a:p>
            <a:pPr>
              <a:spcBef>
                <a:spcPts val="0"/>
              </a:spcBef>
              <a:spcAft>
                <a:spcPts val="600"/>
              </a:spcAft>
            </a:pPr>
            <a:endParaRPr lang="fr-FR" sz="1500" noProof="0" dirty="0">
              <a:solidFill>
                <a:srgbClr val="FFFFFF"/>
              </a:solidFill>
            </a:endParaRPr>
          </a:p>
        </p:txBody>
      </p:sp>
      <p:sp>
        <p:nvSpPr>
          <p:cNvPr id="21" name="Rectangle 20">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DDBC1AB9-0052-B700-EFC6-1BA949C52AAE}"/>
              </a:ext>
            </a:extLst>
          </p:cNvPr>
          <p:cNvPicPr>
            <a:picLocks noChangeAspect="1"/>
          </p:cNvPicPr>
          <p:nvPr/>
        </p:nvPicPr>
        <p:blipFill>
          <a:blip r:embed="rId3"/>
          <a:stretch>
            <a:fillRect/>
          </a:stretch>
        </p:blipFill>
        <p:spPr>
          <a:xfrm>
            <a:off x="4421514" y="516835"/>
            <a:ext cx="7278116" cy="5468113"/>
          </a:xfrm>
          <a:prstGeom prst="rect">
            <a:avLst/>
          </a:prstGeom>
        </p:spPr>
      </p:pic>
    </p:spTree>
    <p:extLst>
      <p:ext uri="{BB962C8B-B14F-4D97-AF65-F5344CB8AC3E}">
        <p14:creationId xmlns:p14="http://schemas.microsoft.com/office/powerpoint/2010/main" val="136577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3" name="Rectangle 32">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35" name="Straight Connector 34">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37" name="Rectangle 36">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9" name="Rectangle 38">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600" dirty="0" err="1">
                <a:solidFill>
                  <a:srgbClr val="FFFFFF"/>
                </a:solidFill>
              </a:rPr>
              <a:t>Analyse</a:t>
            </a:r>
            <a:r>
              <a:rPr lang="en-US" sz="3600" dirty="0">
                <a:solidFill>
                  <a:srgbClr val="FFFFFF"/>
                </a:solidFill>
              </a:rPr>
              <a:t> </a:t>
            </a:r>
            <a:r>
              <a:rPr lang="en-US" sz="3600" dirty="0" err="1">
                <a:solidFill>
                  <a:srgbClr val="FFFFFF"/>
                </a:solidFill>
              </a:rPr>
              <a:t>Exploratoire</a:t>
            </a:r>
            <a:r>
              <a:rPr lang="en-US" sz="3600" dirty="0">
                <a:solidFill>
                  <a:srgbClr val="FFFFFF"/>
                </a:solidFill>
              </a:rPr>
              <a:t> </a:t>
            </a:r>
            <a:endParaRPr lang="en-US" sz="3600" noProof="0" dirty="0">
              <a:solidFill>
                <a:srgbClr val="FFFFFF"/>
              </a:solidFill>
            </a:endParaRP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5685" y="2653800"/>
            <a:ext cx="4028700"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Compréhension des </a:t>
            </a:r>
            <a:r>
              <a:rPr lang="fr-FR" sz="2400" b="1" noProof="0" dirty="0" err="1">
                <a:solidFill>
                  <a:srgbClr val="FFFFFF"/>
                </a:solidFill>
              </a:rPr>
              <a:t>meta-données</a:t>
            </a:r>
            <a:r>
              <a:rPr lang="fr-FR" sz="2400" b="1" noProof="0" dirty="0">
                <a:solidFill>
                  <a:srgbClr val="FFFFFF"/>
                </a:solidFill>
              </a:rPr>
              <a:t> : </a:t>
            </a:r>
          </a:p>
          <a:p>
            <a:pPr marL="742950" lvl="1" indent="-285750">
              <a:spcBef>
                <a:spcPts val="0"/>
              </a:spcBef>
              <a:spcAft>
                <a:spcPts val="600"/>
              </a:spcAft>
              <a:buSzPts val="1000"/>
              <a:buFont typeface="Calibri" panose="020F0502020204030204" pitchFamily="34" charset="0"/>
              <a:buChar char="o"/>
              <a:tabLst>
                <a:tab pos="914400" algn="l"/>
              </a:tabLst>
            </a:pPr>
            <a:endParaRPr lang="fr-FR" sz="1500" noProof="0" dirty="0">
              <a:solidFill>
                <a:srgbClr val="FFFFFF"/>
              </a:solidFill>
            </a:endParaRPr>
          </a:p>
          <a:p>
            <a:pPr>
              <a:spcBef>
                <a:spcPts val="0"/>
              </a:spcBef>
              <a:spcAft>
                <a:spcPts val="600"/>
              </a:spcAft>
            </a:pPr>
            <a:endParaRPr lang="fr-FR" sz="1500" noProof="0" dirty="0">
              <a:solidFill>
                <a:srgbClr val="FFFFFF"/>
              </a:solidFill>
            </a:endParaRPr>
          </a:p>
        </p:txBody>
      </p:sp>
      <p:sp>
        <p:nvSpPr>
          <p:cNvPr id="41" name="Rectangle 40">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Tree>
    <p:extLst>
      <p:ext uri="{BB962C8B-B14F-4D97-AF65-F5344CB8AC3E}">
        <p14:creationId xmlns:p14="http://schemas.microsoft.com/office/powerpoint/2010/main" val="1871517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605896"/>
            <a:ext cx="3084844" cy="564620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en-US" sz="3600" dirty="0" err="1">
                <a:solidFill>
                  <a:srgbClr val="FFFFFF"/>
                </a:solidFill>
              </a:rPr>
              <a:t>Analyse</a:t>
            </a:r>
            <a:r>
              <a:rPr lang="en-US" sz="3600" dirty="0">
                <a:solidFill>
                  <a:srgbClr val="FFFFFF"/>
                </a:solidFill>
              </a:rPr>
              <a:t> </a:t>
            </a:r>
            <a:r>
              <a:rPr lang="en-US" sz="3600" dirty="0" err="1">
                <a:solidFill>
                  <a:srgbClr val="FFFFFF"/>
                </a:solidFill>
              </a:rPr>
              <a:t>Exploratoire</a:t>
            </a:r>
            <a:r>
              <a:rPr lang="en-US" sz="3600" dirty="0">
                <a:solidFill>
                  <a:srgbClr val="FFFFFF"/>
                </a:solidFill>
              </a:rPr>
              <a:t> </a:t>
            </a:r>
            <a:endParaRPr lang="en-US" sz="3600" noProof="0" dirty="0">
              <a:solidFill>
                <a:srgbClr val="FFFFFF"/>
              </a:solidFill>
            </a:endParaRP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742016" y="605896"/>
            <a:ext cx="641366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spcBef>
                <a:spcPts val="0"/>
              </a:spcBef>
              <a:spcAft>
                <a:spcPts val="600"/>
              </a:spcAft>
              <a:buSzPts val="1000"/>
              <a:buNone/>
              <a:tabLst>
                <a:tab pos="914400" algn="l"/>
              </a:tabLst>
            </a:pPr>
            <a:r>
              <a:rPr lang="fr-FR" sz="2400" b="1" noProof="0" dirty="0">
                <a:latin typeface="Aptos" panose="020B0004020202020204" pitchFamily="34" charset="0"/>
                <a:cs typeface="Times New Roman" panose="02020603050405020304" pitchFamily="18" charset="0"/>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t>Colonnes 100% Vides : 21 colonnes </a:t>
            </a:r>
            <a:endParaRPr lang="fr-FR" sz="2400" noProof="0" dirty="0"/>
          </a:p>
          <a:p>
            <a:pPr marL="742950" lvl="1" indent="-285750">
              <a:spcBef>
                <a:spcPts val="0"/>
              </a:spcBef>
              <a:spcAft>
                <a:spcPts val="600"/>
              </a:spcAft>
              <a:buSzPts val="1000"/>
              <a:buFont typeface="Calibri" panose="020F0502020204030204" pitchFamily="34" charset="0"/>
              <a:buChar char="o"/>
              <a:tabLst>
                <a:tab pos="914400" algn="l"/>
              </a:tabLst>
            </a:pPr>
            <a:endParaRPr lang="fr-FR" noProof="0" dirty="0"/>
          </a:p>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t>Décision métier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Supprimer toutes les colonne vide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On passe de 162 colonnes à 141.</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2000"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t>Lignes 100% Vides : 0 colonnes </a:t>
            </a:r>
          </a:p>
          <a:p>
            <a:pPr marL="742950" lvl="1" indent="-285750">
              <a:spcBef>
                <a:spcPts val="0"/>
              </a:spcBef>
              <a:spcAft>
                <a:spcPts val="600"/>
              </a:spcAft>
              <a:buSzPts val="1000"/>
              <a:buFont typeface="Calibri" panose="020F0502020204030204" pitchFamily="34" charset="0"/>
              <a:buChar char="o"/>
              <a:tabLst>
                <a:tab pos="914400" algn="l"/>
              </a:tabLst>
            </a:pPr>
            <a:endParaRPr lang="fr-FR" noProof="0" dirty="0"/>
          </a:p>
          <a:p>
            <a:pPr marL="457200" lvl="1" indent="0">
              <a:spcBef>
                <a:spcPts val="0"/>
              </a:spcBef>
              <a:spcAft>
                <a:spcPts val="600"/>
              </a:spcAft>
              <a:buSzPts val="1000"/>
              <a:buFont typeface="Calibri" panose="020F0502020204030204" pitchFamily="34" charset="0"/>
              <a:buNone/>
              <a:tabLst>
                <a:tab pos="914400" algn="l"/>
              </a:tabLst>
            </a:pPr>
            <a:endParaRPr lang="fr-FR" noProof="0" dirty="0"/>
          </a:p>
        </p:txBody>
      </p:sp>
    </p:spTree>
    <p:extLst>
      <p:ext uri="{BB962C8B-B14F-4D97-AF65-F5344CB8AC3E}">
        <p14:creationId xmlns:p14="http://schemas.microsoft.com/office/powerpoint/2010/main" val="3656268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3FE9996-7EAC-4679-B37D-C1045F42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10" name="Rectangle 9">
            <a:extLst>
              <a:ext uri="{FF2B5EF4-FFF2-40B4-BE49-F238E27FC236}">
                <a16:creationId xmlns:a16="http://schemas.microsoft.com/office/drawing/2014/main" id="{761DF1FE-5CC8-43D2-A76C-93C76EEDE1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12" name="Straight Connector 11">
            <a:extLst>
              <a:ext uri="{FF2B5EF4-FFF2-40B4-BE49-F238E27FC236}">
                <a16:creationId xmlns:a16="http://schemas.microsoft.com/office/drawing/2014/main" id="{E161BEBD-A23C-409E-ABC7-73F9EDC02F2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16" name="Rectangle 15">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605896"/>
            <a:ext cx="3084844" cy="5646208"/>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18" name="Rectangle 17">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651258" y="511009"/>
            <a:ext cx="6881333" cy="5646208"/>
          </a:xfrm>
          <a:prstGeom prst="rect">
            <a:avLst/>
          </a:prstGeom>
        </p:spPr>
        <p:txBody>
          <a:bodyPr vert="horz" lIns="0" tIns="45720" rIns="0" bIns="45720" rtlCol="0"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spcBef>
                <a:spcPts val="0"/>
              </a:spcBef>
              <a:spcAft>
                <a:spcPts val="600"/>
              </a:spcAft>
              <a:buSzPts val="1000"/>
              <a:buFont typeface="Calibri" panose="020F0502020204030204" pitchFamily="34" charset="0"/>
              <a:buNone/>
              <a:tabLst>
                <a:tab pos="914400" algn="l"/>
              </a:tabLst>
            </a:pPr>
            <a:r>
              <a:rPr lang="fr-FR" sz="2400" b="1" noProof="0" dirty="0"/>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noProof="0" dirty="0"/>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t>Suppression des colonnes qui se termine par _t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err="1"/>
              <a:t>created_t</a:t>
            </a:r>
            <a:r>
              <a:rPr lang="fr-FR" sz="2000" noProof="0" dirty="0"/>
              <a:t> et </a:t>
            </a:r>
            <a:r>
              <a:rPr lang="fr-FR" sz="2000" noProof="0" dirty="0" err="1"/>
              <a:t>last_modified_t</a:t>
            </a:r>
            <a:r>
              <a:rPr lang="fr-FR" sz="2000" noProof="0" dirty="0"/>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t>On passe de 141 à 139 colonnes </a:t>
            </a:r>
          </a:p>
        </p:txBody>
      </p:sp>
    </p:spTree>
    <p:extLst>
      <p:ext uri="{BB962C8B-B14F-4D97-AF65-F5344CB8AC3E}">
        <p14:creationId xmlns:p14="http://schemas.microsoft.com/office/powerpoint/2010/main" val="3366478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5" name="Rectangle 24">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7" name="Straight Connector 26">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b="1"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5685" y="2653800"/>
            <a:ext cx="4090116" cy="3863958"/>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Suppression des colonnes qui sont remplies à moins de 50%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2000" b="1" noProof="0" dirty="0">
              <a:solidFill>
                <a:srgbClr val="FFFFFF"/>
              </a:solidFill>
            </a:endParaRPr>
          </a:p>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solidFill>
                  <a:srgbClr val="FFFFFF"/>
                </a:solidFill>
              </a:rPr>
              <a:t>Décision métier :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les colonnes pas accès bien remplies pourrait affecter le remplissage des données manquantes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passe de 139 à 32 colonnes </a:t>
            </a:r>
          </a:p>
          <a:p>
            <a:pPr marL="742950" lvl="1" indent="-285750">
              <a:spcBef>
                <a:spcPts val="0"/>
              </a:spcBef>
              <a:spcAft>
                <a:spcPts val="600"/>
              </a:spcAft>
              <a:buSzPts val="1000"/>
              <a:buFont typeface="Courier New" panose="02070309020205020404" pitchFamily="49" charset="0"/>
              <a:buChar char="o"/>
              <a:tabLst>
                <a:tab pos="914400" algn="l"/>
              </a:tabLst>
            </a:pPr>
            <a:endParaRPr lang="fr-FR" sz="1500"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noProof="0" dirty="0">
              <a:solidFill>
                <a:srgbClr val="FFFFFF"/>
              </a:solidFill>
            </a:endParaRPr>
          </a:p>
        </p:txBody>
      </p:sp>
      <p:sp>
        <p:nvSpPr>
          <p:cNvPr id="33" name="Rectangle 3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89AD5007-DF3A-5077-67D0-29D7B659409B}"/>
              </a:ext>
            </a:extLst>
          </p:cNvPr>
          <p:cNvPicPr>
            <a:picLocks noChangeAspect="1"/>
          </p:cNvPicPr>
          <p:nvPr/>
        </p:nvPicPr>
        <p:blipFill>
          <a:blip r:embed="rId3"/>
          <a:stretch>
            <a:fillRect/>
          </a:stretch>
        </p:blipFill>
        <p:spPr>
          <a:xfrm>
            <a:off x="5177451" y="1329069"/>
            <a:ext cx="5828948" cy="4029133"/>
          </a:xfrm>
          <a:prstGeom prst="rect">
            <a:avLst/>
          </a:prstGeom>
        </p:spPr>
      </p:pic>
    </p:spTree>
    <p:extLst>
      <p:ext uri="{BB962C8B-B14F-4D97-AF65-F5344CB8AC3E}">
        <p14:creationId xmlns:p14="http://schemas.microsoft.com/office/powerpoint/2010/main" val="2614016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5" name="Rectangle 24">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27" name="Straight Connector 26">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29" name="Rectangle 2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31" name="Rectangle 3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271812" y="2809753"/>
            <a:ext cx="4194175"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Suppression des colonnes qui se répètent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passe de 32 à 25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33" name="Rectangle 3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8" name="Image 7">
            <a:extLst>
              <a:ext uri="{FF2B5EF4-FFF2-40B4-BE49-F238E27FC236}">
                <a16:creationId xmlns:a16="http://schemas.microsoft.com/office/drawing/2014/main" id="{DCA1E48F-EEFF-7D98-7AA7-5821127372FE}"/>
              </a:ext>
            </a:extLst>
          </p:cNvPr>
          <p:cNvPicPr>
            <a:picLocks noChangeAspect="1"/>
          </p:cNvPicPr>
          <p:nvPr/>
        </p:nvPicPr>
        <p:blipFill>
          <a:blip r:embed="rId3"/>
          <a:stretch>
            <a:fillRect/>
          </a:stretch>
        </p:blipFill>
        <p:spPr>
          <a:xfrm>
            <a:off x="5287182" y="3475691"/>
            <a:ext cx="5601482" cy="3382309"/>
          </a:xfrm>
          <a:prstGeom prst="rect">
            <a:avLst/>
          </a:prstGeom>
        </p:spPr>
      </p:pic>
      <p:pic>
        <p:nvPicPr>
          <p:cNvPr id="5" name="Image 4">
            <a:extLst>
              <a:ext uri="{FF2B5EF4-FFF2-40B4-BE49-F238E27FC236}">
                <a16:creationId xmlns:a16="http://schemas.microsoft.com/office/drawing/2014/main" id="{4DC5B626-2B9A-D6D8-7901-FFBDFDCDDDF0}"/>
              </a:ext>
            </a:extLst>
          </p:cNvPr>
          <p:cNvPicPr>
            <a:picLocks noChangeAspect="1"/>
          </p:cNvPicPr>
          <p:nvPr/>
        </p:nvPicPr>
        <p:blipFill>
          <a:blip r:embed="rId4"/>
          <a:stretch>
            <a:fillRect/>
          </a:stretch>
        </p:blipFill>
        <p:spPr>
          <a:xfrm>
            <a:off x="5223174" y="494684"/>
            <a:ext cx="5711286" cy="2866299"/>
          </a:xfrm>
          <a:prstGeom prst="rect">
            <a:avLst/>
          </a:prstGeom>
        </p:spPr>
      </p:pic>
    </p:spTree>
    <p:extLst>
      <p:ext uri="{BB962C8B-B14F-4D97-AF65-F5344CB8AC3E}">
        <p14:creationId xmlns:p14="http://schemas.microsoft.com/office/powerpoint/2010/main" val="37394654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492370" y="516835"/>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Préliminaire des Données</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295421" y="2809753"/>
            <a:ext cx="4104063" cy="3335519"/>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b="1" noProof="0" dirty="0">
                <a:solidFill>
                  <a:srgbClr val="FFFFFF"/>
                </a:solidFill>
              </a:rPr>
              <a:t>Analyse de la colonne additives</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Cette colonne répertorie tous les additifs d’un produit, chaque additive est entre [] </a:t>
            </a:r>
          </a:p>
          <a:p>
            <a:pPr marL="742950" lvl="1" indent="-28575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000" noProof="0" dirty="0">
                <a:solidFill>
                  <a:srgbClr val="FFFFFF"/>
                </a:solidFill>
              </a:rPr>
              <a:t>On les compte et on met le chiffre dans la colonne </a:t>
            </a:r>
            <a:r>
              <a:rPr lang="fr-FR" sz="2000" noProof="0" dirty="0" err="1">
                <a:solidFill>
                  <a:srgbClr val="FFFFFF"/>
                </a:solidFill>
              </a:rPr>
              <a:t>additive_n</a:t>
            </a:r>
            <a:r>
              <a:rPr lang="fr-FR" sz="2000" noProof="0" dirty="0">
                <a:solidFill>
                  <a:srgbClr val="FFFFFF"/>
                </a:solidFill>
              </a:rPr>
              <a:t> </a:t>
            </a: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4" name="Image 3">
            <a:extLst>
              <a:ext uri="{FF2B5EF4-FFF2-40B4-BE49-F238E27FC236}">
                <a16:creationId xmlns:a16="http://schemas.microsoft.com/office/drawing/2014/main" id="{B4E55DD5-D45B-355D-6CBB-EC1106DEEC03}"/>
              </a:ext>
            </a:extLst>
          </p:cNvPr>
          <p:cNvPicPr>
            <a:picLocks noChangeAspect="1"/>
          </p:cNvPicPr>
          <p:nvPr/>
        </p:nvPicPr>
        <p:blipFill>
          <a:blip r:embed="rId3"/>
          <a:stretch>
            <a:fillRect/>
          </a:stretch>
        </p:blipFill>
        <p:spPr>
          <a:xfrm>
            <a:off x="4742017" y="888217"/>
            <a:ext cx="6798082" cy="5081566"/>
          </a:xfrm>
          <a:prstGeom prst="rect">
            <a:avLst/>
          </a:prstGeom>
        </p:spPr>
      </p:pic>
    </p:spTree>
    <p:extLst>
      <p:ext uri="{BB962C8B-B14F-4D97-AF65-F5344CB8AC3E}">
        <p14:creationId xmlns:p14="http://schemas.microsoft.com/office/powerpoint/2010/main" val="372350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76ED2C-9D32-E50A-3CC7-E6FE9EDAB28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F20CFD0-2017-D5FB-3902-03A73D2E93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246BDC4E-C360-375D-0E2D-CED77E523B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CF67E6A2-21A5-8AFB-5C88-D3771391A8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37A6A611-D846-F632-C712-8B30EB4E5B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A9FBA5B-02E7-3382-7D82-897B296D81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C15563F5-F31D-03CC-AD38-26CA5591E41B}"/>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6DC8F195-9B7B-6844-C18B-05D000A33D9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 </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Création d’une fonction </a:t>
            </a:r>
            <a:r>
              <a:rPr lang="fr-FR" sz="1400" b="1" dirty="0" err="1">
                <a:solidFill>
                  <a:srgbClr val="FFFFFF"/>
                </a:solidFill>
              </a:rPr>
              <a:t>remove_outliers_keep_nans</a:t>
            </a:r>
            <a:r>
              <a:rPr lang="fr-FR" sz="1400" b="1" dirty="0">
                <a:solidFill>
                  <a:srgbClr val="FFFFFF"/>
                </a:solidFill>
              </a:rPr>
              <a:t>  qui permet de :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Supprimer les valeurs aberrantes pour chaque variable sélectionnée.</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d’afficher les statistiques descriptives avant et après suppression des </a:t>
            </a:r>
            <a:r>
              <a:rPr lang="fr-FR" sz="1400" b="1" dirty="0" err="1">
                <a:solidFill>
                  <a:srgbClr val="FFFFFF"/>
                </a:solidFill>
              </a:rPr>
              <a:t>outliers</a:t>
            </a:r>
            <a:r>
              <a:rPr lang="fr-FR" sz="1400" b="1" dirty="0">
                <a:solidFill>
                  <a:srgbClr val="FFFFFF"/>
                </a:solidFill>
              </a:rPr>
              <a:t>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Conserver les nans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299A6484-E53A-ED6E-815C-DDCED4D0F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812A5E09-9C21-26BE-8C7C-19E0A34DB06F}"/>
              </a:ext>
            </a:extLst>
          </p:cNvPr>
          <p:cNvPicPr>
            <a:picLocks noChangeAspect="1"/>
          </p:cNvPicPr>
          <p:nvPr/>
        </p:nvPicPr>
        <p:blipFill>
          <a:blip r:embed="rId3"/>
          <a:stretch>
            <a:fillRect/>
          </a:stretch>
        </p:blipFill>
        <p:spPr>
          <a:xfrm>
            <a:off x="4939142" y="106326"/>
            <a:ext cx="6230287" cy="6858000"/>
          </a:xfrm>
          <a:prstGeom prst="rect">
            <a:avLst/>
          </a:prstGeom>
        </p:spPr>
      </p:pic>
    </p:spTree>
    <p:extLst>
      <p:ext uri="{BB962C8B-B14F-4D97-AF65-F5344CB8AC3E}">
        <p14:creationId xmlns:p14="http://schemas.microsoft.com/office/powerpoint/2010/main" val="3349361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E55D71-CF5B-8C9B-8589-750EBE73937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F78096F-38FE-04F8-8093-56E3E69C23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8AF408B2-76A8-1B9A-EBAE-79C911201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CA77A36A-3B25-D01F-68EB-FB758D0B2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FEB88F26-E995-42AA-2981-61D0BA0585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B6264B0D-BECC-0C0B-8B8D-12AD904A15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A30696F-AC50-12D6-0006-1358D1D10FB3}"/>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10DD4B8A-4B32-0F69-1C33-F4C35B261479}"/>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 </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Création d’une fonction </a:t>
            </a:r>
            <a:r>
              <a:rPr lang="fr-FR" sz="1400" b="1" dirty="0" err="1">
                <a:solidFill>
                  <a:srgbClr val="FFFFFF"/>
                </a:solidFill>
              </a:rPr>
              <a:t>remove_outliers_keep_nans</a:t>
            </a:r>
            <a:r>
              <a:rPr lang="fr-FR" sz="1400" b="1" dirty="0">
                <a:solidFill>
                  <a:srgbClr val="FFFFFF"/>
                </a:solidFill>
              </a:rPr>
              <a:t>  qui permet de :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Supprimer les valeurs aberrantes pour chaque variable sélectionnée.</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d’afficher les statistiques descriptives avant et après suppression des </a:t>
            </a:r>
            <a:r>
              <a:rPr lang="fr-FR" sz="1400" b="1" dirty="0" err="1">
                <a:solidFill>
                  <a:srgbClr val="FFFFFF"/>
                </a:solidFill>
              </a:rPr>
              <a:t>outliers</a:t>
            </a:r>
            <a:r>
              <a:rPr lang="fr-FR" sz="1400" b="1" dirty="0">
                <a:solidFill>
                  <a:srgbClr val="FFFFFF"/>
                </a:solidFill>
              </a:rPr>
              <a:t> </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1400" b="1" dirty="0">
                <a:solidFill>
                  <a:srgbClr val="FFFFFF"/>
                </a:solidFill>
              </a:rPr>
              <a:t>Conserver les nans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62958B58-C8F7-0DD6-9A03-87D6F7887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97001C48-0D7D-A805-6C4A-F2220699972E}"/>
              </a:ext>
            </a:extLst>
          </p:cNvPr>
          <p:cNvPicPr>
            <a:picLocks noChangeAspect="1"/>
          </p:cNvPicPr>
          <p:nvPr/>
        </p:nvPicPr>
        <p:blipFill>
          <a:blip r:embed="rId3"/>
          <a:stretch>
            <a:fillRect/>
          </a:stretch>
        </p:blipFill>
        <p:spPr>
          <a:xfrm>
            <a:off x="4320819" y="323185"/>
            <a:ext cx="3034532" cy="3105815"/>
          </a:xfrm>
          <a:prstGeom prst="rect">
            <a:avLst/>
          </a:prstGeom>
        </p:spPr>
      </p:pic>
      <p:pic>
        <p:nvPicPr>
          <p:cNvPr id="8" name="Image 7">
            <a:extLst>
              <a:ext uri="{FF2B5EF4-FFF2-40B4-BE49-F238E27FC236}">
                <a16:creationId xmlns:a16="http://schemas.microsoft.com/office/drawing/2014/main" id="{B4379413-4115-423A-5546-0C5385D9423A}"/>
              </a:ext>
            </a:extLst>
          </p:cNvPr>
          <p:cNvPicPr>
            <a:picLocks noChangeAspect="1"/>
          </p:cNvPicPr>
          <p:nvPr/>
        </p:nvPicPr>
        <p:blipFill>
          <a:blip r:embed="rId4"/>
          <a:stretch>
            <a:fillRect/>
          </a:stretch>
        </p:blipFill>
        <p:spPr>
          <a:xfrm>
            <a:off x="7483368" y="271154"/>
            <a:ext cx="3287201" cy="3205303"/>
          </a:xfrm>
          <a:prstGeom prst="rect">
            <a:avLst/>
          </a:prstGeom>
        </p:spPr>
      </p:pic>
      <p:pic>
        <p:nvPicPr>
          <p:cNvPr id="10" name="Image 9">
            <a:extLst>
              <a:ext uri="{FF2B5EF4-FFF2-40B4-BE49-F238E27FC236}">
                <a16:creationId xmlns:a16="http://schemas.microsoft.com/office/drawing/2014/main" id="{8349393F-9C71-032E-EAED-7D8E30299C75}"/>
              </a:ext>
            </a:extLst>
          </p:cNvPr>
          <p:cNvPicPr>
            <a:picLocks noChangeAspect="1"/>
          </p:cNvPicPr>
          <p:nvPr/>
        </p:nvPicPr>
        <p:blipFill>
          <a:blip r:embed="rId5"/>
          <a:stretch>
            <a:fillRect/>
          </a:stretch>
        </p:blipFill>
        <p:spPr>
          <a:xfrm>
            <a:off x="4373901" y="3546211"/>
            <a:ext cx="2619741" cy="2988603"/>
          </a:xfrm>
          <a:prstGeom prst="rect">
            <a:avLst/>
          </a:prstGeom>
        </p:spPr>
      </p:pic>
      <p:pic>
        <p:nvPicPr>
          <p:cNvPr id="12" name="Image 11">
            <a:extLst>
              <a:ext uri="{FF2B5EF4-FFF2-40B4-BE49-F238E27FC236}">
                <a16:creationId xmlns:a16="http://schemas.microsoft.com/office/drawing/2014/main" id="{86237DED-9153-3EAC-41D4-D840B1C1C23F}"/>
              </a:ext>
            </a:extLst>
          </p:cNvPr>
          <p:cNvPicPr>
            <a:picLocks noChangeAspect="1"/>
          </p:cNvPicPr>
          <p:nvPr/>
        </p:nvPicPr>
        <p:blipFill>
          <a:blip r:embed="rId6"/>
          <a:stretch>
            <a:fillRect/>
          </a:stretch>
        </p:blipFill>
        <p:spPr>
          <a:xfrm>
            <a:off x="7483368" y="3513483"/>
            <a:ext cx="2619741" cy="3021331"/>
          </a:xfrm>
          <a:prstGeom prst="rect">
            <a:avLst/>
          </a:prstGeom>
        </p:spPr>
      </p:pic>
    </p:spTree>
    <p:extLst>
      <p:ext uri="{BB962C8B-B14F-4D97-AF65-F5344CB8AC3E}">
        <p14:creationId xmlns:p14="http://schemas.microsoft.com/office/powerpoint/2010/main" val="2373458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B46765-D7CA-B8A4-3997-A7BCE530DE6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BB88A20-B674-A233-432D-F457F4608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75B77E86-25EC-56DC-0ACA-10D72CAAD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8BE6A6C8-BEE7-ECBF-E9DC-C7BD405C66B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C1E08DBD-657E-9E12-621B-6A3BBFDB38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967EB8B1-AF7F-9270-3643-A04168F8E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410055C4-E970-C23C-B90F-F52574742010}"/>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E4E96D6E-4C32-EF32-120E-976030A4CDE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Analyse du </a:t>
            </a:r>
            <a:r>
              <a:rPr lang="fr-FR" sz="2400" b="1" dirty="0" err="1">
                <a:solidFill>
                  <a:srgbClr val="FFFFFF"/>
                </a:solidFill>
              </a:rPr>
              <a:t>Skewness</a:t>
            </a:r>
            <a:r>
              <a:rPr lang="fr-FR" sz="2400" b="1" dirty="0">
                <a:solidFill>
                  <a:srgbClr val="FFFFFF"/>
                </a:solidFill>
              </a:rPr>
              <a:t>, Kurtosis et test de normalité (Shapiro-</a:t>
            </a:r>
            <a:r>
              <a:rPr lang="fr-FR" sz="2400" b="1" dirty="0" err="1">
                <a:solidFill>
                  <a:srgbClr val="FFFFFF"/>
                </a:solidFill>
              </a:rPr>
              <a:t>Wilk</a:t>
            </a:r>
            <a:r>
              <a:rPr lang="fr-FR" sz="2400" b="1" dirty="0">
                <a:solidFill>
                  <a:srgbClr val="FFFFFF"/>
                </a:solidFill>
              </a:rPr>
              <a:t>)</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16BE576D-F365-A298-563F-D5FA6A20C8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3B161781-B31B-65E8-B7B3-34998C07011A}"/>
              </a:ext>
            </a:extLst>
          </p:cNvPr>
          <p:cNvPicPr>
            <a:picLocks noChangeAspect="1"/>
          </p:cNvPicPr>
          <p:nvPr/>
        </p:nvPicPr>
        <p:blipFill>
          <a:blip r:embed="rId3"/>
          <a:stretch>
            <a:fillRect/>
          </a:stretch>
        </p:blipFill>
        <p:spPr>
          <a:xfrm>
            <a:off x="4172735" y="1271801"/>
            <a:ext cx="7912939" cy="3419171"/>
          </a:xfrm>
          <a:prstGeom prst="rect">
            <a:avLst/>
          </a:prstGeom>
        </p:spPr>
      </p:pic>
    </p:spTree>
    <p:extLst>
      <p:ext uri="{BB962C8B-B14F-4D97-AF65-F5344CB8AC3E}">
        <p14:creationId xmlns:p14="http://schemas.microsoft.com/office/powerpoint/2010/main" val="307978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22A360-2EB5-240E-38E6-A7691D946F0B}"/>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D779E820-5C6B-A466-F0AC-76FCAEE9D0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A27AE2DA-5773-6E46-A5E4-3B832A79B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BC7A98BF-6581-FA1F-9804-142A000583A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D1D645CD-9C9C-D4A4-798E-611A56228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E8D587AB-2412-626D-4983-355F6607B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E08A221-C6AD-F4FF-002F-54E5F6D36D44}"/>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02776483-C2F5-26DD-0A02-383D026BE1B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Analyse du </a:t>
            </a:r>
            <a:r>
              <a:rPr lang="fr-FR" sz="2400" b="1" dirty="0" err="1">
                <a:solidFill>
                  <a:srgbClr val="FFFFFF"/>
                </a:solidFill>
              </a:rPr>
              <a:t>Skewness</a:t>
            </a:r>
            <a:r>
              <a:rPr lang="fr-FR" sz="2400" b="1" dirty="0">
                <a:solidFill>
                  <a:srgbClr val="FFFFFF"/>
                </a:solidFill>
              </a:rPr>
              <a:t>, Kurtosis et test de normalité (Shapiro-</a:t>
            </a:r>
            <a:r>
              <a:rPr lang="fr-FR" sz="2400" b="1" dirty="0" err="1">
                <a:solidFill>
                  <a:srgbClr val="FFFFFF"/>
                </a:solidFill>
              </a:rPr>
              <a:t>Wilk</a:t>
            </a:r>
            <a:r>
              <a:rPr lang="fr-FR" sz="2400" b="1" dirty="0">
                <a:solidFill>
                  <a:srgbClr val="FFFFFF"/>
                </a:solidFill>
              </a:rPr>
              <a:t>)</a:t>
            </a: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9274E774-8D77-ABCD-C911-9DB187355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30AFB81F-5704-864B-5725-60DD081D315B}"/>
              </a:ext>
            </a:extLst>
          </p:cNvPr>
          <p:cNvPicPr>
            <a:picLocks noChangeAspect="1"/>
          </p:cNvPicPr>
          <p:nvPr/>
        </p:nvPicPr>
        <p:blipFill>
          <a:blip r:embed="rId3"/>
          <a:stretch>
            <a:fillRect/>
          </a:stretch>
        </p:blipFill>
        <p:spPr>
          <a:xfrm>
            <a:off x="5696717" y="199096"/>
            <a:ext cx="3286584" cy="6658904"/>
          </a:xfrm>
          <a:prstGeom prst="rect">
            <a:avLst/>
          </a:prstGeom>
        </p:spPr>
      </p:pic>
    </p:spTree>
    <p:extLst>
      <p:ext uri="{BB962C8B-B14F-4D97-AF65-F5344CB8AC3E}">
        <p14:creationId xmlns:p14="http://schemas.microsoft.com/office/powerpoint/2010/main" val="2627308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AEC1E2-3ECC-CFDE-C1C6-E4F7D1B20789}"/>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803FE637-BBA7-C2E6-169F-8DA8C6027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5EB9A6B-2E26-E38C-0025-FE344DC09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F563E01-DC97-93FD-B15B-853D7434BE0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3FB413D6-88D4-06BE-8882-3F6010C9B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61FEFAD-73AA-E7D3-DCA7-94492E956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E8DE19EC-5395-7FEA-F725-54E58CE1E939}"/>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F96EF9A5-FDA8-1BF2-36CE-3BDC1BE6CC1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C6420BD9-C73C-81F2-518B-317B291E3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8" name="Image 7">
            <a:extLst>
              <a:ext uri="{FF2B5EF4-FFF2-40B4-BE49-F238E27FC236}">
                <a16:creationId xmlns:a16="http://schemas.microsoft.com/office/drawing/2014/main" id="{AAEA9CB2-D49A-67E0-CCE0-3AA2F6BC9ED0}"/>
              </a:ext>
            </a:extLst>
          </p:cNvPr>
          <p:cNvPicPr>
            <a:picLocks noChangeAspect="1"/>
          </p:cNvPicPr>
          <p:nvPr/>
        </p:nvPicPr>
        <p:blipFill>
          <a:blip r:embed="rId3"/>
          <a:stretch>
            <a:fillRect/>
          </a:stretch>
        </p:blipFill>
        <p:spPr>
          <a:xfrm>
            <a:off x="4477679" y="1024680"/>
            <a:ext cx="7049484" cy="3639058"/>
          </a:xfrm>
          <a:prstGeom prst="rect">
            <a:avLst/>
          </a:prstGeom>
        </p:spPr>
      </p:pic>
    </p:spTree>
    <p:extLst>
      <p:ext uri="{BB962C8B-B14F-4D97-AF65-F5344CB8AC3E}">
        <p14:creationId xmlns:p14="http://schemas.microsoft.com/office/powerpoint/2010/main" val="19497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2EA0101-1CC6-17DA-AF5C-41D57F94B66D}"/>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E8E341C-3961-94DC-B2A5-A7F857E266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DD0888E-5964-5B83-5646-B3E350E5F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96129944-6300-56EA-D0CF-37BCFC46B3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D44492F3-C5E2-59B3-4B0A-013FF0BD8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F9BFD5F0-58B2-2410-8320-798D8D6DE5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9A6746BE-37B4-6C6F-9B8B-6AB294BEB2F7}"/>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3925F6FD-C6FF-3841-2590-744E303D73B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AF7E6763-5BDE-9CBE-DAC2-9391A84D93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662153E-C96A-217A-18F6-4CA5CC8ECFE9}"/>
              </a:ext>
            </a:extLst>
          </p:cNvPr>
          <p:cNvPicPr>
            <a:picLocks noChangeAspect="1"/>
          </p:cNvPicPr>
          <p:nvPr/>
        </p:nvPicPr>
        <p:blipFill>
          <a:blip r:embed="rId3"/>
          <a:stretch>
            <a:fillRect/>
          </a:stretch>
        </p:blipFill>
        <p:spPr>
          <a:xfrm>
            <a:off x="4785309" y="1257129"/>
            <a:ext cx="7097115" cy="3820058"/>
          </a:xfrm>
          <a:prstGeom prst="rect">
            <a:avLst/>
          </a:prstGeom>
        </p:spPr>
      </p:pic>
    </p:spTree>
    <p:extLst>
      <p:ext uri="{BB962C8B-B14F-4D97-AF65-F5344CB8AC3E}">
        <p14:creationId xmlns:p14="http://schemas.microsoft.com/office/powerpoint/2010/main" val="38173818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DF5169-127D-E22F-D815-B1505519891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5BB341D6-10CB-7FD7-B82A-239299DCD7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E5CE1734-F3E9-FA78-526B-7DC9090286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E044789-529B-B2A4-6F56-0DE163F4C4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F522170-78D4-1D5C-7524-CE268481F6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CE1D316F-1DF9-3FBB-1460-FEAA14A8C1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B7AF1698-CE43-4F79-6F16-9BEED7DF2F98}"/>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E8B146C-E1A6-1407-B0D3-D40634563820}"/>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4905B7C5-C6A3-8E99-3FBE-E8D57AA33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0A646F95-9807-E0EC-F9E1-EF7B9C0E9DCB}"/>
              </a:ext>
            </a:extLst>
          </p:cNvPr>
          <p:cNvPicPr>
            <a:picLocks noChangeAspect="1"/>
          </p:cNvPicPr>
          <p:nvPr/>
        </p:nvPicPr>
        <p:blipFill>
          <a:blip r:embed="rId3"/>
          <a:stretch>
            <a:fillRect/>
          </a:stretch>
        </p:blipFill>
        <p:spPr>
          <a:xfrm>
            <a:off x="4445400" y="1652339"/>
            <a:ext cx="7116168" cy="3553321"/>
          </a:xfrm>
          <a:prstGeom prst="rect">
            <a:avLst/>
          </a:prstGeom>
        </p:spPr>
      </p:pic>
    </p:spTree>
    <p:extLst>
      <p:ext uri="{BB962C8B-B14F-4D97-AF65-F5344CB8AC3E}">
        <p14:creationId xmlns:p14="http://schemas.microsoft.com/office/powerpoint/2010/main" val="2556366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CDF11F-ED66-AB0C-6FC9-FD59CF11315A}"/>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F410D03C-7DE3-D7A7-B632-13A423CBCE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11A607A5-892C-50BC-40E1-8A8F067900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45B8DA33-6F15-9E39-E6F2-E163A66DA4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A826AF5-6477-085C-5F13-3D0184BA6B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FE1EBD6-1816-4ECB-CB42-7328BFEDA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C09F984-28A0-8A5A-1842-4897ED11CC1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6A4782DB-B3F8-BC3D-2D1C-6684058F0758}"/>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C6532BC6-5DC0-2DB4-2C72-F7664A4F2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C8565DCB-48AC-CD3F-4508-86678869F9FE}"/>
              </a:ext>
            </a:extLst>
          </p:cNvPr>
          <p:cNvPicPr>
            <a:picLocks noChangeAspect="1"/>
          </p:cNvPicPr>
          <p:nvPr/>
        </p:nvPicPr>
        <p:blipFill>
          <a:blip r:embed="rId3"/>
          <a:stretch>
            <a:fillRect/>
          </a:stretch>
        </p:blipFill>
        <p:spPr>
          <a:xfrm>
            <a:off x="4647565" y="1618997"/>
            <a:ext cx="7173326" cy="3620005"/>
          </a:xfrm>
          <a:prstGeom prst="rect">
            <a:avLst/>
          </a:prstGeom>
        </p:spPr>
      </p:pic>
    </p:spTree>
    <p:extLst>
      <p:ext uri="{BB962C8B-B14F-4D97-AF65-F5344CB8AC3E}">
        <p14:creationId xmlns:p14="http://schemas.microsoft.com/office/powerpoint/2010/main" val="2910476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45702B-2BFC-983E-0D91-21FFA1191674}"/>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5A98871-E779-3E0B-6213-9A4E2699E1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A4A034E2-7FF7-0863-E5E5-FB908C1B7C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3BC6464F-01A9-07F8-AA3B-2638C710E3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E20AA493-598F-5026-1965-873381C63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D8F862A9-105B-7779-CC69-D14F218F7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9B78DFA-676E-6C39-78B1-02B92BC059B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4CD0B134-6BCD-2E70-5385-D9E275177736}"/>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F2AA1C61-E0DE-00DF-5932-CA9847E768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7C407D3-B33A-D486-CE04-1BAA952EC64A}"/>
              </a:ext>
            </a:extLst>
          </p:cNvPr>
          <p:cNvPicPr>
            <a:picLocks noChangeAspect="1"/>
          </p:cNvPicPr>
          <p:nvPr/>
        </p:nvPicPr>
        <p:blipFill>
          <a:blip r:embed="rId3"/>
          <a:stretch>
            <a:fillRect/>
          </a:stretch>
        </p:blipFill>
        <p:spPr>
          <a:xfrm>
            <a:off x="4476683" y="1737359"/>
            <a:ext cx="7230484" cy="3705742"/>
          </a:xfrm>
          <a:prstGeom prst="rect">
            <a:avLst/>
          </a:prstGeom>
        </p:spPr>
      </p:pic>
    </p:spTree>
    <p:extLst>
      <p:ext uri="{BB962C8B-B14F-4D97-AF65-F5344CB8AC3E}">
        <p14:creationId xmlns:p14="http://schemas.microsoft.com/office/powerpoint/2010/main" val="3487744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95AF6A-9F98-7F4A-4AEA-9394088E0D7C}"/>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1F7FE1F2-3A32-FF73-EC9D-0D55C06D8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9BBB9D04-8D85-B216-D4C6-4561C7DE5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8E27B70A-6275-909B-CC85-AB3B074355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8896AC27-97D0-390E-C0EE-F3979E8A63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40CC0E1A-3CC6-D9EA-5144-A7B7155E6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55014104-8833-BCAB-F5D5-66B4B04DA8AA}"/>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98124AAA-0B43-2FD8-837A-EA6D8D298CAD}"/>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013362E3-1CA7-5700-902D-D1D609CCD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626D35C4-3E3A-306C-5956-E8F38B811C74}"/>
              </a:ext>
            </a:extLst>
          </p:cNvPr>
          <p:cNvPicPr>
            <a:picLocks noChangeAspect="1"/>
          </p:cNvPicPr>
          <p:nvPr/>
        </p:nvPicPr>
        <p:blipFill>
          <a:blip r:embed="rId3"/>
          <a:stretch>
            <a:fillRect/>
          </a:stretch>
        </p:blipFill>
        <p:spPr>
          <a:xfrm>
            <a:off x="4454926" y="1242018"/>
            <a:ext cx="7097115" cy="3591426"/>
          </a:xfrm>
          <a:prstGeom prst="rect">
            <a:avLst/>
          </a:prstGeom>
        </p:spPr>
      </p:pic>
    </p:spTree>
    <p:extLst>
      <p:ext uri="{BB962C8B-B14F-4D97-AF65-F5344CB8AC3E}">
        <p14:creationId xmlns:p14="http://schemas.microsoft.com/office/powerpoint/2010/main" val="3746738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916224-0980-CE02-3E25-A0F602371BA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7D62C784-BA3E-985D-C0A8-576F053AE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4F9ADED4-4F0E-7C12-0B66-27E075E23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03E18C3A-3F00-7B8C-E597-E89FD51FC1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B2D36F35-831F-303A-3C90-BF8CE2BBE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C56917E-B1A1-AC68-1330-ECE185D17B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4AE3CC78-121C-AC76-E895-FE3245599369}"/>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F5B0A813-6AE7-9FE2-8EA7-9B61D6ABE56C}"/>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univariées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avant et après suppression des </a:t>
            </a:r>
            <a:r>
              <a:rPr lang="fr-FR" sz="2400" b="1" dirty="0" err="1">
                <a:solidFill>
                  <a:srgbClr val="FFFFFF"/>
                </a:solidFill>
              </a:rPr>
              <a:t>outliers</a:t>
            </a:r>
            <a:r>
              <a:rPr lang="fr-FR" sz="1400" b="1" dirty="0">
                <a:solidFill>
                  <a:srgbClr val="FFFFFF"/>
                </a:solidFill>
              </a:rPr>
              <a:t> </a:t>
            </a:r>
          </a:p>
          <a:p>
            <a:pPr marL="0" lvl="1" indent="0">
              <a:lnSpc>
                <a:spcPct val="110000"/>
              </a:lnSpc>
              <a:spcBef>
                <a:spcPts val="0"/>
              </a:spcBef>
              <a:spcAft>
                <a:spcPts val="600"/>
              </a:spcAft>
              <a:buSzPts val="1000"/>
              <a:buFont typeface="Calibri" panose="020F0502020204030204" pitchFamily="34" charset="0"/>
              <a:buNone/>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B52B384F-34AE-8D14-BE1F-98F5B678C9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1D4E97C1-5F63-6040-CC30-F0F2F71FB0CC}"/>
              </a:ext>
            </a:extLst>
          </p:cNvPr>
          <p:cNvPicPr>
            <a:picLocks noChangeAspect="1"/>
          </p:cNvPicPr>
          <p:nvPr/>
        </p:nvPicPr>
        <p:blipFill>
          <a:blip r:embed="rId3"/>
          <a:stretch>
            <a:fillRect/>
          </a:stretch>
        </p:blipFill>
        <p:spPr>
          <a:xfrm>
            <a:off x="4320819" y="1614234"/>
            <a:ext cx="7325747" cy="3629532"/>
          </a:xfrm>
          <a:prstGeom prst="rect">
            <a:avLst/>
          </a:prstGeom>
        </p:spPr>
      </p:pic>
    </p:spTree>
    <p:extLst>
      <p:ext uri="{BB962C8B-B14F-4D97-AF65-F5344CB8AC3E}">
        <p14:creationId xmlns:p14="http://schemas.microsoft.com/office/powerpoint/2010/main" val="3219480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6C1D99-6DD8-8A74-F3E5-EA1DA2307AC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A0A09C3-66FB-F78A-F913-D93337A64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FF5AED0-CDED-8215-441F-32AD3C6C3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9A0FCCBC-6E3C-A777-4359-6E5F447CA5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0885EEB-A642-E24C-78C5-F13AB34AF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4AB7840F-8E83-59B7-B0BB-4AD8EF76F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D5DEA1C7-4629-9E50-200E-3FAD5C23E0EC}"/>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D6F1D8BB-5F99-6CC4-F978-8487F44AB9B7}"/>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Corrélation entre variables numériques (</a:t>
            </a:r>
            <a:r>
              <a:rPr lang="fr-FR" sz="2400" b="1" dirty="0" err="1">
                <a:solidFill>
                  <a:srgbClr val="FFFFFF"/>
                </a:solidFill>
              </a:rPr>
              <a:t>heatmap</a:t>
            </a:r>
            <a:r>
              <a:rPr lang="fr-FR" sz="2400" b="1" dirty="0">
                <a:solidFill>
                  <a:srgbClr val="FFFFFF"/>
                </a:solidFill>
              </a:rPr>
              <a:t>)</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endParaRPr lang="fr-FR" sz="1400" b="1" noProof="0" dirty="0">
              <a:solidFill>
                <a:srgbClr val="FFFFFF"/>
              </a:solidFill>
            </a:endParaRPr>
          </a:p>
        </p:txBody>
      </p:sp>
      <p:sp>
        <p:nvSpPr>
          <p:cNvPr id="48" name="Rectangle 47">
            <a:extLst>
              <a:ext uri="{FF2B5EF4-FFF2-40B4-BE49-F238E27FC236}">
                <a16:creationId xmlns:a16="http://schemas.microsoft.com/office/drawing/2014/main" id="{24BB8A9B-6D81-1F66-632C-CB4AA9DEFB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1026" name="Picture 2">
            <a:extLst>
              <a:ext uri="{FF2B5EF4-FFF2-40B4-BE49-F238E27FC236}">
                <a16:creationId xmlns:a16="http://schemas.microsoft.com/office/drawing/2014/main" id="{34090FE7-2B51-C22B-113B-56C43751FE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079" y="95693"/>
            <a:ext cx="76644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1582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88D8B6-5BC4-A66B-94A1-A5943DE45895}"/>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174F21C-7F3C-70AC-487B-8C75ED3D6D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BF58C52-E546-D1FE-6A6E-D74FFE3E2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36AE3C32-8B98-E1D3-85C3-FEC95BB662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9DAA9E75-76A7-3BEA-3CC9-B5DC824898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692311B5-38BF-4819-E84F-83CA0381E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0BC5B2E6-27A4-338E-EB10-31F83B585EBA}"/>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2174D1C3-E904-C75E-C473-133FEEEFEA4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interprétation des </a:t>
            </a:r>
            <a:r>
              <a:rPr lang="fr-FR" sz="2400" b="1" dirty="0" err="1">
                <a:solidFill>
                  <a:srgbClr val="FFFFFF"/>
                </a:solidFill>
              </a:rPr>
              <a:t>corrélaltion</a:t>
            </a:r>
            <a:r>
              <a:rPr lang="fr-FR" sz="2400" b="1" dirty="0">
                <a:solidFill>
                  <a:srgbClr val="FFFFFF"/>
                </a:solidFill>
              </a:rPr>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Test de Shapiro-</a:t>
            </a:r>
            <a:r>
              <a:rPr lang="fr-FR" sz="2400" b="1" dirty="0" err="1">
                <a:solidFill>
                  <a:srgbClr val="FFFFFF"/>
                </a:solidFill>
              </a:rPr>
              <a:t>Wilk</a:t>
            </a:r>
            <a:r>
              <a:rPr lang="fr-FR" sz="2400" b="1" dirty="0">
                <a:solidFill>
                  <a:srgbClr val="FFFFFF"/>
                </a:solidFill>
              </a:rPr>
              <a:t>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Test de </a:t>
            </a:r>
            <a:r>
              <a:rPr lang="fr-FR" sz="2400" b="1" dirty="0" err="1">
                <a:solidFill>
                  <a:srgbClr val="FFFFFF"/>
                </a:solidFill>
              </a:rPr>
              <a:t>spearman</a:t>
            </a:r>
            <a:r>
              <a:rPr lang="fr-FR" sz="2400" b="1" dirty="0">
                <a:solidFill>
                  <a:srgbClr val="FFFFFF"/>
                </a:solidFill>
              </a:rPr>
              <a:t> ou de </a:t>
            </a:r>
            <a:r>
              <a:rPr lang="fr-FR" sz="2400" b="1" dirty="0" err="1">
                <a:solidFill>
                  <a:srgbClr val="FFFFFF"/>
                </a:solidFill>
              </a:rPr>
              <a:t>pearson</a:t>
            </a:r>
            <a:endParaRPr lang="fr-FR" sz="2400" b="1" dirty="0">
              <a:solidFill>
                <a:srgbClr val="FFFFFF"/>
              </a:solidFill>
            </a:endParaRPr>
          </a:p>
        </p:txBody>
      </p:sp>
      <p:sp>
        <p:nvSpPr>
          <p:cNvPr id="48" name="Rectangle 47">
            <a:extLst>
              <a:ext uri="{FF2B5EF4-FFF2-40B4-BE49-F238E27FC236}">
                <a16:creationId xmlns:a16="http://schemas.microsoft.com/office/drawing/2014/main" id="{19F765E4-7F88-32E1-9E98-E00C1685C4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9121AF8E-3456-CCD9-6814-3232086692B6}"/>
              </a:ext>
            </a:extLst>
          </p:cNvPr>
          <p:cNvPicPr>
            <a:picLocks noChangeAspect="1"/>
          </p:cNvPicPr>
          <p:nvPr/>
        </p:nvPicPr>
        <p:blipFill>
          <a:blip r:embed="rId3"/>
          <a:stretch>
            <a:fillRect/>
          </a:stretch>
        </p:blipFill>
        <p:spPr>
          <a:xfrm>
            <a:off x="4210514" y="1737845"/>
            <a:ext cx="7623017" cy="2020099"/>
          </a:xfrm>
          <a:prstGeom prst="rect">
            <a:avLst/>
          </a:prstGeom>
        </p:spPr>
      </p:pic>
    </p:spTree>
    <p:extLst>
      <p:ext uri="{BB962C8B-B14F-4D97-AF65-F5344CB8AC3E}">
        <p14:creationId xmlns:p14="http://schemas.microsoft.com/office/powerpoint/2010/main" val="4236037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227EE7-77C3-C20E-D658-5893894C01B2}"/>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4EAF4F5F-151A-7927-C470-4CB52AD679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87B6EEFA-1FC5-5C94-0096-53F493E55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F1F619AB-19E1-E15B-2D45-EBBF86E994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7E4EA42-E62E-DDC8-322C-B35873227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BA3305F6-9417-3B01-D3F4-6D06B1A328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D397CAA0-8716-2C33-BDDC-E9C2B1E38D7E}"/>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0521604-7E33-BCCA-7613-C6240B161BDF}"/>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interprétation des </a:t>
            </a:r>
            <a:r>
              <a:rPr lang="fr-FR" sz="2400" b="1" dirty="0" err="1">
                <a:solidFill>
                  <a:srgbClr val="FFFFFF"/>
                </a:solidFill>
              </a:rPr>
              <a:t>corrélaltion</a:t>
            </a:r>
            <a:r>
              <a:rPr lang="fr-FR" sz="2400" b="1" dirty="0">
                <a:solidFill>
                  <a:srgbClr val="FFFFFF"/>
                </a:solidFill>
              </a:rPr>
              <a:t> :</a:t>
            </a:r>
          </a:p>
        </p:txBody>
      </p:sp>
      <p:sp>
        <p:nvSpPr>
          <p:cNvPr id="48" name="Rectangle 47">
            <a:extLst>
              <a:ext uri="{FF2B5EF4-FFF2-40B4-BE49-F238E27FC236}">
                <a16:creationId xmlns:a16="http://schemas.microsoft.com/office/drawing/2014/main" id="{7FF307E6-21B1-001E-5F7C-EF09469B1F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0198C9AA-0A84-FB27-7978-8273FA4B273D}"/>
              </a:ext>
            </a:extLst>
          </p:cNvPr>
          <p:cNvPicPr>
            <a:picLocks noChangeAspect="1"/>
          </p:cNvPicPr>
          <p:nvPr/>
        </p:nvPicPr>
        <p:blipFill>
          <a:blip r:embed="rId3"/>
          <a:stretch>
            <a:fillRect/>
          </a:stretch>
        </p:blipFill>
        <p:spPr>
          <a:xfrm>
            <a:off x="4939142" y="0"/>
            <a:ext cx="5551297" cy="6858000"/>
          </a:xfrm>
          <a:prstGeom prst="rect">
            <a:avLst/>
          </a:prstGeom>
        </p:spPr>
      </p:pic>
    </p:spTree>
    <p:extLst>
      <p:ext uri="{BB962C8B-B14F-4D97-AF65-F5344CB8AC3E}">
        <p14:creationId xmlns:p14="http://schemas.microsoft.com/office/powerpoint/2010/main" val="16825595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BF38C9-F58F-F976-CA0D-E473EFA7A5F6}"/>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4E303311-14DC-E039-A4F6-F97E702D0E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CB2B02FB-647B-B055-DD33-59604F9379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5B8A5213-4373-C57D-E30D-D4110C29D20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E6355A17-EED4-8839-93EA-533ED4FFC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2B25B6AA-61C7-DE9F-A15F-D4145CEF66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7250241D-EBE1-DD7E-58EE-D8E57DF578CE}"/>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EEA1B97-9438-9325-F38A-8DB660F0E474}"/>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bivariée </a:t>
            </a:r>
          </a:p>
        </p:txBody>
      </p:sp>
      <p:sp>
        <p:nvSpPr>
          <p:cNvPr id="48" name="Rectangle 47">
            <a:extLst>
              <a:ext uri="{FF2B5EF4-FFF2-40B4-BE49-F238E27FC236}">
                <a16:creationId xmlns:a16="http://schemas.microsoft.com/office/drawing/2014/main" id="{4AFEF02A-92E7-0805-0833-04B788DEE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A350784E-5D18-488E-B4B5-04739E6EEC79}"/>
              </a:ext>
            </a:extLst>
          </p:cNvPr>
          <p:cNvPicPr>
            <a:picLocks noChangeAspect="1"/>
          </p:cNvPicPr>
          <p:nvPr/>
        </p:nvPicPr>
        <p:blipFill>
          <a:blip r:embed="rId3"/>
          <a:stretch>
            <a:fillRect/>
          </a:stretch>
        </p:blipFill>
        <p:spPr>
          <a:xfrm>
            <a:off x="4250633" y="1157189"/>
            <a:ext cx="7674580" cy="4190988"/>
          </a:xfrm>
          <a:prstGeom prst="rect">
            <a:avLst/>
          </a:prstGeom>
        </p:spPr>
      </p:pic>
    </p:spTree>
    <p:extLst>
      <p:ext uri="{BB962C8B-B14F-4D97-AF65-F5344CB8AC3E}">
        <p14:creationId xmlns:p14="http://schemas.microsoft.com/office/powerpoint/2010/main" val="2700479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257C5F-C596-4407-25D5-59F79EF2627A}"/>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E90CE472-8EC3-62D7-A258-62A7343ED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9BB0FDCE-277C-6CD9-D94B-976C700FC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EF7759A4-20B6-021F-5FC7-20F3F282DE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AEEA6219-FB78-92E1-6325-92D9B34E5D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3F3C5CCA-E305-BF2B-F1A6-94DBF98453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0EB8CC1C-F8DF-808D-8E2F-91AD8B33C8E0}"/>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BF65D3A0-2B42-7A0C-8780-29E2F230EBB3}"/>
              </a:ext>
            </a:extLst>
          </p:cNvPr>
          <p:cNvSpPr txBox="1">
            <a:spLocks/>
          </p:cNvSpPr>
          <p:nvPr/>
        </p:nvSpPr>
        <p:spPr>
          <a:xfrm>
            <a:off x="106326" y="2005619"/>
            <a:ext cx="3856040" cy="4090014"/>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2400" b="1" dirty="0">
              <a:solidFill>
                <a:srgbClr val="FFFFFF"/>
              </a:solidFill>
            </a:endParaRP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v"/>
              <a:tabLst>
                <a:tab pos="914400" algn="l"/>
              </a:tabLst>
            </a:pPr>
            <a:r>
              <a:rPr lang="fr-FR" sz="2400" b="1" dirty="0">
                <a:solidFill>
                  <a:srgbClr val="FFFFFF"/>
                </a:solidFill>
              </a:rPr>
              <a:t>Analyses bivariées :</a:t>
            </a:r>
          </a:p>
          <a:p>
            <a:pPr marL="800100" lvl="1" indent="-342900">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2400" b="1" dirty="0">
                <a:solidFill>
                  <a:srgbClr val="FFFFFF"/>
                </a:solidFill>
              </a:rPr>
              <a:t>Visualisation bivariée </a:t>
            </a:r>
          </a:p>
        </p:txBody>
      </p:sp>
      <p:sp>
        <p:nvSpPr>
          <p:cNvPr id="48" name="Rectangle 47">
            <a:extLst>
              <a:ext uri="{FF2B5EF4-FFF2-40B4-BE49-F238E27FC236}">
                <a16:creationId xmlns:a16="http://schemas.microsoft.com/office/drawing/2014/main" id="{C56A3057-9DF6-915F-D982-8D30ACBD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2393FC82-84D0-1C7D-C0F1-5679684B6748}"/>
              </a:ext>
            </a:extLst>
          </p:cNvPr>
          <p:cNvPicPr>
            <a:picLocks noChangeAspect="1"/>
          </p:cNvPicPr>
          <p:nvPr/>
        </p:nvPicPr>
        <p:blipFill>
          <a:blip r:embed="rId3"/>
          <a:stretch>
            <a:fillRect/>
          </a:stretch>
        </p:blipFill>
        <p:spPr>
          <a:xfrm>
            <a:off x="5471567" y="260818"/>
            <a:ext cx="5063833" cy="6506483"/>
          </a:xfrm>
          <a:prstGeom prst="rect">
            <a:avLst/>
          </a:prstGeom>
        </p:spPr>
      </p:pic>
    </p:spTree>
    <p:extLst>
      <p:ext uri="{BB962C8B-B14F-4D97-AF65-F5344CB8AC3E}">
        <p14:creationId xmlns:p14="http://schemas.microsoft.com/office/powerpoint/2010/main" val="1304831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754124"/>
          </a:xfrm>
          <a:prstGeom prst="rect">
            <a:avLst/>
          </a:prstGeom>
        </p:spPr>
        <p:txBody>
          <a:bodyPr vert="horz" lIns="0" tIns="45720" rIns="0" bIns="45720" rtlCol="0">
            <a:normAutofit fontScale="2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00000"/>
              </a:lnSpc>
              <a:spcBef>
                <a:spcPts val="0"/>
              </a:spcBef>
              <a:spcAft>
                <a:spcPts val="600"/>
              </a:spcAft>
              <a:buSzPts val="1000"/>
              <a:buNone/>
              <a:tabLst>
                <a:tab pos="914400" algn="l"/>
              </a:tabLst>
            </a:pPr>
            <a:r>
              <a:rPr lang="fr-FR" sz="96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9600" b="1" noProof="0" dirty="0">
              <a:solidFill>
                <a:srgbClr val="FFFFFF"/>
              </a:solidFill>
            </a:endParaRPr>
          </a:p>
          <a:p>
            <a:pPr marL="0" lvl="1" indent="0">
              <a:lnSpc>
                <a:spcPct val="110000"/>
              </a:lnSpc>
              <a:spcBef>
                <a:spcPts val="0"/>
              </a:spcBef>
              <a:spcAft>
                <a:spcPts val="600"/>
              </a:spcAft>
              <a:buSzPts val="1000"/>
              <a:buFont typeface="Calibri" panose="020F0502020204030204" pitchFamily="34" charset="0"/>
              <a:buNone/>
              <a:tabLst>
                <a:tab pos="914400" algn="l"/>
              </a:tabLst>
            </a:pPr>
            <a:r>
              <a:rPr lang="fr-FR" sz="9600" b="1" noProof="0" dirty="0">
                <a:solidFill>
                  <a:srgbClr val="FFFFFF"/>
                </a:solidFill>
              </a:rPr>
              <a:t>Analyses univariées :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Comment repérer les autres valeurs aberrantes ?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Les colonnes </a:t>
            </a:r>
            <a:r>
              <a:rPr lang="fr-FR" sz="7200" b="1" noProof="0" dirty="0" err="1">
                <a:solidFill>
                  <a:srgbClr val="FFFFFF"/>
                </a:solidFill>
              </a:rPr>
              <a:t>nutrition_grade_fr</a:t>
            </a:r>
            <a:r>
              <a:rPr lang="fr-FR" sz="7200" b="1" noProof="0" dirty="0">
                <a:solidFill>
                  <a:srgbClr val="FFFFFF"/>
                </a:solidFill>
              </a:rPr>
              <a:t> et nutrition-score-fr_100g</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rPr>
              <a:t>Valeurs non concordantes : 185394 </a:t>
            </a:r>
          </a:p>
          <a:p>
            <a:pPr marL="1143000" lvl="1" indent="-685800">
              <a:lnSpc>
                <a:spcPct val="110000"/>
              </a:lnSpc>
              <a:spcBef>
                <a:spcPts val="0"/>
              </a:spcBef>
              <a:spcAft>
                <a:spcPts val="600"/>
              </a:spcAft>
              <a:buClr>
                <a:schemeClr val="tx1">
                  <a:lumMod val="95000"/>
                  <a:lumOff val="5000"/>
                </a:schemeClr>
              </a:buClr>
              <a:buSzPts val="1000"/>
              <a:buFont typeface="Wingdings" panose="05000000000000000000" pitchFamily="2" charset="2"/>
              <a:buChar char="Ø"/>
              <a:tabLst>
                <a:tab pos="914400" algn="l"/>
              </a:tabLst>
            </a:pPr>
            <a:r>
              <a:rPr lang="fr-FR" sz="7200" b="1" noProof="0" dirty="0">
                <a:solidFill>
                  <a:srgbClr val="FFFFFF"/>
                </a:solidFill>
                <a:sym typeface="Wingdings" panose="05000000000000000000" pitchFamily="2" charset="2"/>
              </a:rPr>
              <a:t>Décision métier : prise en compte des de la colonne nutrition_score_fr_100g et modification de la colonne </a:t>
            </a:r>
            <a:r>
              <a:rPr lang="fr-FR" sz="7200" b="1" noProof="0" dirty="0" err="1">
                <a:solidFill>
                  <a:srgbClr val="FFFFFF"/>
                </a:solidFill>
                <a:sym typeface="Wingdings" panose="05000000000000000000" pitchFamily="2" charset="2"/>
              </a:rPr>
              <a:t>nutrition_grade_fr</a:t>
            </a:r>
            <a:r>
              <a:rPr lang="fr-FR" sz="7200" b="1" noProof="0" dirty="0">
                <a:solidFill>
                  <a:srgbClr val="FFFFFF"/>
                </a:solidFill>
                <a:sym typeface="Wingdings" panose="05000000000000000000" pitchFamily="2" charset="2"/>
              </a:rPr>
              <a:t>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6" name="Image 5">
            <a:extLst>
              <a:ext uri="{FF2B5EF4-FFF2-40B4-BE49-F238E27FC236}">
                <a16:creationId xmlns:a16="http://schemas.microsoft.com/office/drawing/2014/main" id="{FC3701C6-4B16-A55A-365C-5A8375113C65}"/>
              </a:ext>
            </a:extLst>
          </p:cNvPr>
          <p:cNvPicPr>
            <a:picLocks noChangeAspect="1"/>
          </p:cNvPicPr>
          <p:nvPr/>
        </p:nvPicPr>
        <p:blipFill>
          <a:blip r:embed="rId3"/>
          <a:stretch>
            <a:fillRect/>
          </a:stretch>
        </p:blipFill>
        <p:spPr>
          <a:xfrm>
            <a:off x="4250006" y="867023"/>
            <a:ext cx="7745549" cy="4893047"/>
          </a:xfrm>
          <a:prstGeom prst="rect">
            <a:avLst/>
          </a:prstGeom>
        </p:spPr>
      </p:pic>
    </p:spTree>
    <p:extLst>
      <p:ext uri="{BB962C8B-B14F-4D97-AF65-F5344CB8AC3E}">
        <p14:creationId xmlns:p14="http://schemas.microsoft.com/office/powerpoint/2010/main" val="2820310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754125"/>
          </a:xfrm>
          <a:prstGeom prst="rect">
            <a:avLst/>
          </a:prstGeom>
        </p:spPr>
        <p:txBody>
          <a:bodyPr vert="horz" lIns="0" tIns="45720" rIns="0" bIns="45720" rtlCol="0">
            <a:normAutofit fontScale="2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96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7400" b="1" noProof="0" dirty="0">
              <a:solidFill>
                <a:srgbClr val="FFFFFF"/>
              </a:solidFill>
            </a:endParaRPr>
          </a:p>
          <a:p>
            <a:pPr marL="1143000" lvl="1" indent="-11430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7400" b="1" noProof="0" dirty="0">
                <a:solidFill>
                  <a:srgbClr val="FFFFFF"/>
                </a:solidFill>
              </a:rPr>
              <a:t>Traitement des données manquantes :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7200" b="1" noProof="0" dirty="0">
                <a:solidFill>
                  <a:srgbClr val="FFFFFF"/>
                </a:solidFill>
              </a:rPr>
              <a:t>Pourcentage des données manquante par colonne: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7200" b="1" noProof="0" dirty="0">
                <a:solidFill>
                  <a:srgbClr val="FFFFFF"/>
                </a:solidFill>
              </a:rPr>
              <a:t>% de données manquantes entre 18 et 37%  </a:t>
            </a:r>
          </a:p>
          <a:p>
            <a:pPr marL="1314450" lvl="1" indent="-857250">
              <a:lnSpc>
                <a:spcPct val="110000"/>
              </a:lnSpc>
              <a:spcBef>
                <a:spcPts val="0"/>
              </a:spcBef>
              <a:spcAft>
                <a:spcPts val="600"/>
              </a:spcAft>
              <a:buClr>
                <a:schemeClr val="bg2">
                  <a:lumMod val="10000"/>
                </a:schemeClr>
              </a:buClr>
              <a:buSzPts val="1000"/>
              <a:buFont typeface="Wingdings" panose="05000000000000000000" pitchFamily="2" charset="2"/>
              <a:buChar char="v"/>
              <a:tabLst>
                <a:tab pos="914400" algn="l"/>
              </a:tabLst>
            </a:pPr>
            <a:r>
              <a:rPr lang="fr-FR" sz="7200" b="1" noProof="0" dirty="0" err="1">
                <a:solidFill>
                  <a:srgbClr val="FFFFFF"/>
                </a:solidFill>
              </a:rPr>
              <a:t>Descision</a:t>
            </a:r>
            <a:r>
              <a:rPr lang="fr-FR" sz="7200" b="1" noProof="0" dirty="0">
                <a:solidFill>
                  <a:srgbClr val="FFFFFF"/>
                </a:solidFill>
              </a:rPr>
              <a:t> métier :</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Echantillonnage </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par médiane</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Itérative</a:t>
            </a:r>
          </a:p>
          <a:p>
            <a:pPr marL="1497330" lvl="2" indent="-85725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7200" b="1" noProof="0" dirty="0">
                <a:solidFill>
                  <a:srgbClr val="FFFFFF"/>
                </a:solidFill>
              </a:rPr>
              <a:t>Imputation KNN </a:t>
            </a: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925830" lvl="2" indent="-285750">
              <a:lnSpc>
                <a:spcPct val="110000"/>
              </a:lnSpc>
              <a:spcBef>
                <a:spcPts val="0"/>
              </a:spcBef>
              <a:spcAft>
                <a:spcPts val="600"/>
              </a:spcAft>
              <a:buSzPts val="1000"/>
              <a:buFont typeface="Calibri" panose="020F0502020204030204" pitchFamily="34" charset="0"/>
              <a:buChar char="o"/>
              <a:tabLst>
                <a:tab pos="914400" algn="l"/>
              </a:tabLst>
            </a:pPr>
            <a:endParaRPr lang="fr-FR" sz="52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10" name="Image 9">
            <a:extLst>
              <a:ext uri="{FF2B5EF4-FFF2-40B4-BE49-F238E27FC236}">
                <a16:creationId xmlns:a16="http://schemas.microsoft.com/office/drawing/2014/main" id="{B9BFA8AC-57E3-DE7A-2CA0-8B5CC4FC1A8D}"/>
              </a:ext>
            </a:extLst>
          </p:cNvPr>
          <p:cNvPicPr>
            <a:picLocks noChangeAspect="1"/>
          </p:cNvPicPr>
          <p:nvPr/>
        </p:nvPicPr>
        <p:blipFill>
          <a:blip r:embed="rId3"/>
          <a:stretch>
            <a:fillRect/>
          </a:stretch>
        </p:blipFill>
        <p:spPr>
          <a:xfrm>
            <a:off x="5573339" y="1627866"/>
            <a:ext cx="3820058" cy="3181794"/>
          </a:xfrm>
          <a:prstGeom prst="rect">
            <a:avLst/>
          </a:prstGeom>
        </p:spPr>
      </p:pic>
      <p:pic>
        <p:nvPicPr>
          <p:cNvPr id="11" name="Image 10">
            <a:extLst>
              <a:ext uri="{FF2B5EF4-FFF2-40B4-BE49-F238E27FC236}">
                <a16:creationId xmlns:a16="http://schemas.microsoft.com/office/drawing/2014/main" id="{60C63F72-AF4D-4583-60C7-1C436F51F346}"/>
              </a:ext>
            </a:extLst>
          </p:cNvPr>
          <p:cNvPicPr>
            <a:picLocks noChangeAspect="1"/>
          </p:cNvPicPr>
          <p:nvPr/>
        </p:nvPicPr>
        <p:blipFill>
          <a:blip r:embed="rId4"/>
          <a:stretch>
            <a:fillRect/>
          </a:stretch>
        </p:blipFill>
        <p:spPr>
          <a:xfrm>
            <a:off x="4208844" y="1627380"/>
            <a:ext cx="8043897" cy="3264427"/>
          </a:xfrm>
          <a:prstGeom prst="rect">
            <a:avLst/>
          </a:prstGeom>
        </p:spPr>
      </p:pic>
      <p:pic>
        <p:nvPicPr>
          <p:cNvPr id="13" name="Image 12">
            <a:extLst>
              <a:ext uri="{FF2B5EF4-FFF2-40B4-BE49-F238E27FC236}">
                <a16:creationId xmlns:a16="http://schemas.microsoft.com/office/drawing/2014/main" id="{DF0808C2-E550-0151-CD2B-FE0F145987F4}"/>
              </a:ext>
            </a:extLst>
          </p:cNvPr>
          <p:cNvPicPr>
            <a:picLocks noChangeAspect="1"/>
          </p:cNvPicPr>
          <p:nvPr/>
        </p:nvPicPr>
        <p:blipFill>
          <a:blip r:embed="rId5"/>
          <a:stretch>
            <a:fillRect/>
          </a:stretch>
        </p:blipFill>
        <p:spPr>
          <a:xfrm>
            <a:off x="4208844" y="1586549"/>
            <a:ext cx="8082236" cy="3264427"/>
          </a:xfrm>
          <a:prstGeom prst="rect">
            <a:avLst/>
          </a:prstGeom>
        </p:spPr>
      </p:pic>
      <p:pic>
        <p:nvPicPr>
          <p:cNvPr id="15" name="Image 14">
            <a:extLst>
              <a:ext uri="{FF2B5EF4-FFF2-40B4-BE49-F238E27FC236}">
                <a16:creationId xmlns:a16="http://schemas.microsoft.com/office/drawing/2014/main" id="{8F0088D4-8DC4-E3D9-5520-691A02B3C257}"/>
              </a:ext>
            </a:extLst>
          </p:cNvPr>
          <p:cNvPicPr>
            <a:picLocks noChangeAspect="1"/>
          </p:cNvPicPr>
          <p:nvPr/>
        </p:nvPicPr>
        <p:blipFill>
          <a:blip r:embed="rId6"/>
          <a:stretch>
            <a:fillRect/>
          </a:stretch>
        </p:blipFill>
        <p:spPr>
          <a:xfrm>
            <a:off x="4208844" y="1493020"/>
            <a:ext cx="8135508" cy="3264427"/>
          </a:xfrm>
          <a:prstGeom prst="rect">
            <a:avLst/>
          </a:prstGeom>
        </p:spPr>
      </p:pic>
      <p:pic>
        <p:nvPicPr>
          <p:cNvPr id="17" name="Image 16">
            <a:extLst>
              <a:ext uri="{FF2B5EF4-FFF2-40B4-BE49-F238E27FC236}">
                <a16:creationId xmlns:a16="http://schemas.microsoft.com/office/drawing/2014/main" id="{F652A8D8-B137-A609-24D1-23F5AD895B42}"/>
              </a:ext>
            </a:extLst>
          </p:cNvPr>
          <p:cNvPicPr>
            <a:picLocks noChangeAspect="1"/>
          </p:cNvPicPr>
          <p:nvPr/>
        </p:nvPicPr>
        <p:blipFill>
          <a:blip r:embed="rId7"/>
          <a:stretch>
            <a:fillRect/>
          </a:stretch>
        </p:blipFill>
        <p:spPr>
          <a:xfrm>
            <a:off x="4183098" y="1492534"/>
            <a:ext cx="8082236" cy="3072293"/>
          </a:xfrm>
          <a:prstGeom prst="rect">
            <a:avLst/>
          </a:prstGeom>
        </p:spPr>
      </p:pic>
    </p:spTree>
    <p:extLst>
      <p:ext uri="{BB962C8B-B14F-4D97-AF65-F5344CB8AC3E}">
        <p14:creationId xmlns:p14="http://schemas.microsoft.com/office/powerpoint/2010/main" val="26603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fontScale="32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74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857250" lvl="1" indent="-85725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6200" b="1" noProof="0" dirty="0">
                <a:solidFill>
                  <a:srgbClr val="FFFFFF"/>
                </a:solidFill>
              </a:rPr>
              <a:t>Analyse des résultats des 3 méthodes de remplissage: </a:t>
            </a:r>
          </a:p>
          <a:p>
            <a:pPr marL="1143000" lvl="1" indent="-68580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1143000" lvl="1" indent="-685800">
              <a:lnSpc>
                <a:spcPct val="110000"/>
              </a:lnSpc>
              <a:spcBef>
                <a:spcPts val="0"/>
              </a:spcBef>
              <a:spcAft>
                <a:spcPts val="600"/>
              </a:spcAft>
              <a:buClr>
                <a:schemeClr val="bg2">
                  <a:lumMod val="10000"/>
                </a:schemeClr>
              </a:buClr>
              <a:buSzPts val="1000"/>
              <a:buFont typeface="Wingdings" panose="05000000000000000000" pitchFamily="2" charset="2"/>
              <a:buChar char="Ø"/>
              <a:tabLst>
                <a:tab pos="914400" algn="l"/>
              </a:tabLst>
            </a:pPr>
            <a:r>
              <a:rPr lang="fr-FR" sz="5600" b="1" noProof="0" dirty="0">
                <a:solidFill>
                  <a:srgbClr val="FFFFFF"/>
                </a:solidFill>
              </a:rPr>
              <a:t>Evaluation des méthodes d’imputation par : </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R¨2</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RMSE</a:t>
            </a:r>
          </a:p>
          <a:p>
            <a:pPr marL="1325880" lvl="2" indent="-685800">
              <a:lnSpc>
                <a:spcPct val="110000"/>
              </a:lnSpc>
              <a:spcBef>
                <a:spcPts val="0"/>
              </a:spcBef>
              <a:spcAft>
                <a:spcPts val="600"/>
              </a:spcAft>
              <a:buClr>
                <a:schemeClr val="bg2">
                  <a:lumMod val="10000"/>
                </a:schemeClr>
              </a:buClr>
              <a:buSzPts val="1000"/>
              <a:buFont typeface="Wingdings" panose="05000000000000000000" pitchFamily="2" charset="2"/>
              <a:buChar char="ü"/>
              <a:tabLst>
                <a:tab pos="914400" algn="l"/>
              </a:tabLst>
            </a:pPr>
            <a:r>
              <a:rPr lang="fr-FR" sz="5200" b="1" noProof="0" dirty="0">
                <a:solidFill>
                  <a:srgbClr val="FFFFFF"/>
                </a:solidFill>
              </a:rPr>
              <a:t>AME</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2E561EB2-1BD5-A435-3CC1-379172220C12}"/>
              </a:ext>
            </a:extLst>
          </p:cNvPr>
          <p:cNvPicPr>
            <a:picLocks noChangeAspect="1"/>
          </p:cNvPicPr>
          <p:nvPr/>
        </p:nvPicPr>
        <p:blipFill>
          <a:blip r:embed="rId3"/>
          <a:stretch>
            <a:fillRect/>
          </a:stretch>
        </p:blipFill>
        <p:spPr>
          <a:xfrm>
            <a:off x="4366850" y="2230071"/>
            <a:ext cx="7442145" cy="2397857"/>
          </a:xfrm>
          <a:prstGeom prst="rect">
            <a:avLst/>
          </a:prstGeom>
        </p:spPr>
      </p:pic>
    </p:spTree>
    <p:extLst>
      <p:ext uri="{BB962C8B-B14F-4D97-AF65-F5344CB8AC3E}">
        <p14:creationId xmlns:p14="http://schemas.microsoft.com/office/powerpoint/2010/main" val="1975471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fontScale="4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43000" lvl="1" indent="-6858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51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685800" lvl="1" indent="-685800">
              <a:lnSpc>
                <a:spcPct val="110000"/>
              </a:lnSpc>
              <a:spcBef>
                <a:spcPts val="0"/>
              </a:spcBef>
              <a:spcAft>
                <a:spcPts val="600"/>
              </a:spcAft>
              <a:buClr>
                <a:schemeClr val="tx1"/>
              </a:buClr>
              <a:buSzPts val="1000"/>
              <a:buFont typeface="Wingdings" panose="05000000000000000000" pitchFamily="2" charset="2"/>
              <a:buChar char="Ø"/>
              <a:tabLst>
                <a:tab pos="914400" algn="l"/>
              </a:tabLst>
            </a:pPr>
            <a:r>
              <a:rPr lang="fr-FR" sz="5000" b="1" noProof="0" dirty="0">
                <a:solidFill>
                  <a:srgbClr val="FFFFFF"/>
                </a:solidFill>
              </a:rPr>
              <a:t>Analyse des distributions des données originales et celle après la complétion pour la méthode KNN:</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2050" name="Picture 2">
            <a:extLst>
              <a:ext uri="{FF2B5EF4-FFF2-40B4-BE49-F238E27FC236}">
                <a16:creationId xmlns:a16="http://schemas.microsoft.com/office/drawing/2014/main" id="{3E6E73AE-A716-47BF-56D5-0E4F7C1AF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00064" y="941381"/>
            <a:ext cx="3510696" cy="227236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8B0FB750-E7F8-C57F-68E3-5C8D513C67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8525" y="3733117"/>
            <a:ext cx="3580024" cy="223495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7096D1AF-0253-EB6F-FDAC-2769A991CD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8089" y="863600"/>
            <a:ext cx="3506208" cy="223495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303E0F31-7BA0-3741-2C05-B7B2652FC04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2972" y="3733117"/>
            <a:ext cx="3564900" cy="22723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0676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A2C6DB-0872-EF4F-72EA-40D6FFEA7A61}"/>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0635FC6C-71FC-0B19-0286-82EDB34A4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361DA8A5-1D03-8148-D869-817CB8EF5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1C0D85B4-9804-8DFF-4CDF-0B6103E491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0B9E246A-43EF-D2EB-0D50-16234A37D2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25A0BFC-C4AC-A0FA-80B8-EEBE5224D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A41BAD74-3F75-09EA-F638-8918A8E88CEF}"/>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54D082F5-948B-C16A-5A48-7EB181A811CC}"/>
              </a:ext>
            </a:extLst>
          </p:cNvPr>
          <p:cNvSpPr txBox="1">
            <a:spLocks/>
          </p:cNvSpPr>
          <p:nvPr/>
        </p:nvSpPr>
        <p:spPr>
          <a:xfrm>
            <a:off x="66442" y="2103875"/>
            <a:ext cx="3955114" cy="4229955"/>
          </a:xfrm>
          <a:prstGeom prst="rect">
            <a:avLst/>
          </a:prstGeom>
        </p:spPr>
        <p:txBody>
          <a:bodyPr vert="horz" lIns="0" tIns="45720" rIns="0" bIns="45720" rtlCol="0">
            <a:normAutofit fontScale="475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143000" lvl="1" indent="-685800">
              <a:lnSpc>
                <a:spcPct val="110000"/>
              </a:lnSpc>
              <a:spcBef>
                <a:spcPts val="0"/>
              </a:spcBef>
              <a:spcAft>
                <a:spcPts val="600"/>
              </a:spcAft>
              <a:buClr>
                <a:schemeClr val="tx1"/>
              </a:buClr>
              <a:buSzPts val="1000"/>
              <a:buFont typeface="Wingdings" panose="05000000000000000000" pitchFamily="2" charset="2"/>
              <a:buChar char="v"/>
              <a:tabLst>
                <a:tab pos="914400" algn="l"/>
              </a:tabLst>
            </a:pPr>
            <a:r>
              <a:rPr lang="fr-FR" sz="5100" b="1" noProof="0" dirty="0">
                <a:solidFill>
                  <a:srgbClr val="FFFFFF"/>
                </a:solidFill>
              </a:rPr>
              <a:t>Traitement des colonnes :</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685800" lvl="1" indent="-685800">
              <a:lnSpc>
                <a:spcPct val="110000"/>
              </a:lnSpc>
              <a:spcBef>
                <a:spcPts val="0"/>
              </a:spcBef>
              <a:spcAft>
                <a:spcPts val="600"/>
              </a:spcAft>
              <a:buClr>
                <a:schemeClr val="tx1"/>
              </a:buClr>
              <a:buSzPts val="1000"/>
              <a:buFont typeface="Wingdings" panose="05000000000000000000" pitchFamily="2" charset="2"/>
              <a:buChar char="Ø"/>
              <a:tabLst>
                <a:tab pos="914400" algn="l"/>
              </a:tabLst>
            </a:pPr>
            <a:r>
              <a:rPr lang="fr-FR" sz="5000" b="1" noProof="0" dirty="0">
                <a:solidFill>
                  <a:srgbClr val="FFFFFF"/>
                </a:solidFill>
              </a:rPr>
              <a:t>Analyse des distributions des données originales et celle après la complétion pour la méthode KNN:</a:t>
            </a:r>
          </a:p>
          <a:p>
            <a:pPr marL="1143000" lvl="1" indent="-685800">
              <a:lnSpc>
                <a:spcPct val="110000"/>
              </a:lnSpc>
              <a:spcBef>
                <a:spcPts val="0"/>
              </a:spcBef>
              <a:spcAft>
                <a:spcPts val="600"/>
              </a:spcAft>
              <a:buClr>
                <a:schemeClr val="tx2">
                  <a:lumMod val="50000"/>
                </a:schemeClr>
              </a:buClr>
              <a:buSzPts val="1000"/>
              <a:buFont typeface="Wingdings" panose="05000000000000000000" pitchFamily="2" charset="2"/>
              <a:buChar char="Ø"/>
              <a:tabLst>
                <a:tab pos="914400" algn="l"/>
              </a:tabLst>
            </a:pPr>
            <a:r>
              <a:rPr lang="fr-FR" sz="5600" b="1" noProof="0" dirty="0">
                <a:solidFill>
                  <a:srgbClr val="FFFFFF"/>
                </a:solidFill>
              </a:rPr>
              <a:t>Comparaison entre les valeurs imputées et les valeurs réelles </a:t>
            </a: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A0140F83-0465-CF53-037F-AD95975A8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3074" name="Picture 2">
            <a:extLst>
              <a:ext uri="{FF2B5EF4-FFF2-40B4-BE49-F238E27FC236}">
                <a16:creationId xmlns:a16="http://schemas.microsoft.com/office/drawing/2014/main" id="{022F17F1-D9AC-5314-EB46-65ECF5971B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7233" y="4190209"/>
            <a:ext cx="3670453" cy="23152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5D30E7A2-E4EB-3BAA-E7F8-1D04D8D657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925" y="1044348"/>
            <a:ext cx="3676878" cy="2343740"/>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A11B348C-1A1C-B5DE-53C9-5ADFE279B9AF}"/>
              </a:ext>
            </a:extLst>
          </p:cNvPr>
          <p:cNvPicPr>
            <a:picLocks noChangeAspect="1"/>
          </p:cNvPicPr>
          <p:nvPr/>
        </p:nvPicPr>
        <p:blipFill>
          <a:blip r:embed="rId5"/>
          <a:stretch>
            <a:fillRect/>
          </a:stretch>
        </p:blipFill>
        <p:spPr>
          <a:xfrm>
            <a:off x="8144134" y="4029928"/>
            <a:ext cx="3883669" cy="2475555"/>
          </a:xfrm>
          <a:prstGeom prst="rect">
            <a:avLst/>
          </a:prstGeom>
          <a:noFill/>
        </p:spPr>
      </p:pic>
      <p:pic>
        <p:nvPicPr>
          <p:cNvPr id="3078" name="Picture 6">
            <a:extLst>
              <a:ext uri="{FF2B5EF4-FFF2-40B4-BE49-F238E27FC236}">
                <a16:creationId xmlns:a16="http://schemas.microsoft.com/office/drawing/2014/main" id="{1D30F17C-0FE7-1B17-37C6-4008272F7FC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4390" y="1003436"/>
            <a:ext cx="3805244" cy="242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67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7D379150-F6B4-45C8-BE10-6B278AD40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40" name="Rectangle 39">
            <a:extLst>
              <a:ext uri="{FF2B5EF4-FFF2-40B4-BE49-F238E27FC236}">
                <a16:creationId xmlns:a16="http://schemas.microsoft.com/office/drawing/2014/main" id="{5FFCF544-A370-4A5D-A95F-CA6E0E719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cxnSp>
        <p:nvCxnSpPr>
          <p:cNvPr id="42" name="Straight Connector 41">
            <a:extLst>
              <a:ext uri="{FF2B5EF4-FFF2-40B4-BE49-F238E27FC236}">
                <a16:creationId xmlns:a16="http://schemas.microsoft.com/office/drawing/2014/main" id="{6EEB3B97-A638-498B-8083-54191CE71E0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44" name="Rectangle 43">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fr-FR" noProof="0" dirty="0"/>
          </a:p>
        </p:txBody>
      </p:sp>
      <p:sp>
        <p:nvSpPr>
          <p:cNvPr id="46" name="Rectangle 45">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sp>
        <p:nvSpPr>
          <p:cNvPr id="2" name="Titre 1">
            <a:extLst>
              <a:ext uri="{FF2B5EF4-FFF2-40B4-BE49-F238E27FC236}">
                <a16:creationId xmlns:a16="http://schemas.microsoft.com/office/drawing/2014/main" id="{1CC46C14-445C-ABEC-B5EC-05581C351F25}"/>
              </a:ext>
            </a:extLst>
          </p:cNvPr>
          <p:cNvSpPr txBox="1">
            <a:spLocks/>
          </p:cNvSpPr>
          <p:nvPr/>
        </p:nvSpPr>
        <p:spPr>
          <a:xfrm>
            <a:off x="358469" y="-259342"/>
            <a:ext cx="3084844" cy="2103875"/>
          </a:xfrm>
          <a:prstGeom prst="rect">
            <a:avLst/>
          </a:prstGeom>
        </p:spPr>
        <p:txBody>
          <a:bodyPr vert="horz" lIns="91440" tIns="45720" rIns="91440" bIns="45720" rtlCol="0" anchor="b">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spcAft>
                <a:spcPts val="600"/>
              </a:spcAft>
            </a:pPr>
            <a:r>
              <a:rPr lang="fr-FR" sz="3600" noProof="0" dirty="0">
                <a:solidFill>
                  <a:srgbClr val="FFFFFF"/>
                </a:solidFill>
              </a:rPr>
              <a:t>Analyse Approfondie</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66442" y="2103875"/>
            <a:ext cx="3955114" cy="422995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0000"/>
              </a:lnSpc>
              <a:spcBef>
                <a:spcPts val="0"/>
              </a:spcBef>
              <a:spcAft>
                <a:spcPts val="600"/>
              </a:spcAft>
              <a:buSzPts val="1000"/>
              <a:buFont typeface="Calibri" panose="020F0502020204030204" pitchFamily="34" charset="0"/>
              <a:buNone/>
              <a:tabLst>
                <a:tab pos="914400" algn="l"/>
              </a:tabLst>
            </a:pPr>
            <a:r>
              <a:rPr lang="fr-FR" sz="2800" b="1" noProof="0" dirty="0">
                <a:solidFill>
                  <a:srgbClr val="FFFFFF"/>
                </a:solidFill>
              </a:rPr>
              <a:t>Standardisation des Données pour Optimiser l'ACP et le Clustering:</a:t>
            </a:r>
          </a:p>
          <a:p>
            <a:pPr marL="457200" lvl="1" indent="0">
              <a:spcBef>
                <a:spcPts val="0"/>
              </a:spcBef>
              <a:spcAft>
                <a:spcPts val="600"/>
              </a:spcAft>
              <a:buSzPts val="1000"/>
              <a:buFont typeface="Calibri" panose="020F0502020204030204" pitchFamily="34" charset="0"/>
              <a:buNone/>
              <a:tabLst>
                <a:tab pos="914400" algn="l"/>
              </a:tabLst>
            </a:pPr>
            <a:endParaRPr lang="fr-FR" sz="3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742950" lvl="1" indent="-285750">
              <a:lnSpc>
                <a:spcPct val="110000"/>
              </a:lnSpc>
              <a:spcBef>
                <a:spcPts val="0"/>
              </a:spcBef>
              <a:spcAft>
                <a:spcPts val="600"/>
              </a:spcAft>
              <a:buSzPts val="1000"/>
              <a:buFont typeface="Calibri" panose="020F0502020204030204" pitchFamily="34" charset="0"/>
              <a:buChar char="o"/>
              <a:tabLst>
                <a:tab pos="914400" algn="l"/>
              </a:tabLst>
            </a:pPr>
            <a:endParaRPr lang="fr-FR" sz="5600" b="1" noProof="0" dirty="0">
              <a:solidFill>
                <a:srgbClr val="FFFFFF"/>
              </a:solidFill>
            </a:endParaRPr>
          </a:p>
          <a:p>
            <a:pPr marL="457200" lvl="1" indent="0">
              <a:spcBef>
                <a:spcPts val="0"/>
              </a:spcBef>
              <a:spcAft>
                <a:spcPts val="600"/>
              </a:spcAft>
              <a:buSzPts val="1000"/>
              <a:buFont typeface="Calibri" panose="020F0502020204030204" pitchFamily="34" charset="0"/>
              <a:buNone/>
              <a:tabLst>
                <a:tab pos="914400" algn="l"/>
              </a:tabLst>
            </a:pPr>
            <a:endParaRPr lang="fr-FR" sz="1500" b="1" noProof="0" dirty="0">
              <a:solidFill>
                <a:srgbClr val="FFFFFF"/>
              </a:solidFill>
            </a:endParaRPr>
          </a:p>
        </p:txBody>
      </p:sp>
      <p:sp>
        <p:nvSpPr>
          <p:cNvPr id="48" name="Rectangle 47">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fr-FR" noProof="0" dirty="0"/>
          </a:p>
        </p:txBody>
      </p:sp>
      <p:pic>
        <p:nvPicPr>
          <p:cNvPr id="5" name="Image 4">
            <a:extLst>
              <a:ext uri="{FF2B5EF4-FFF2-40B4-BE49-F238E27FC236}">
                <a16:creationId xmlns:a16="http://schemas.microsoft.com/office/drawing/2014/main" id="{AD873366-4501-FBCD-10D6-944991AAF9C2}"/>
              </a:ext>
            </a:extLst>
          </p:cNvPr>
          <p:cNvPicPr>
            <a:picLocks noChangeAspect="1"/>
          </p:cNvPicPr>
          <p:nvPr/>
        </p:nvPicPr>
        <p:blipFill>
          <a:blip r:embed="rId3"/>
          <a:stretch>
            <a:fillRect/>
          </a:stretch>
        </p:blipFill>
        <p:spPr>
          <a:xfrm>
            <a:off x="4278376" y="1610402"/>
            <a:ext cx="7766884" cy="3632424"/>
          </a:xfrm>
          <a:prstGeom prst="rect">
            <a:avLst/>
          </a:prstGeom>
        </p:spPr>
      </p:pic>
    </p:spTree>
    <p:extLst>
      <p:ext uri="{BB962C8B-B14F-4D97-AF65-F5344CB8AC3E}">
        <p14:creationId xmlns:p14="http://schemas.microsoft.com/office/powerpoint/2010/main" val="467904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E2DD4396-B6CF-C315-8516-226099CA1DBB}"/>
              </a:ext>
            </a:extLst>
          </p:cNvPr>
          <p:cNvPicPr>
            <a:picLocks noChangeAspect="1"/>
          </p:cNvPicPr>
          <p:nvPr/>
        </p:nvPicPr>
        <p:blipFill>
          <a:blip r:embed="rId2"/>
          <a:stretch>
            <a:fillRect/>
          </a:stretch>
        </p:blipFill>
        <p:spPr>
          <a:xfrm>
            <a:off x="1940606" y="998626"/>
            <a:ext cx="8310788" cy="4860748"/>
          </a:xfrm>
          <a:prstGeom prst="rect">
            <a:avLst/>
          </a:prstGeom>
        </p:spPr>
      </p:pic>
    </p:spTree>
    <p:extLst>
      <p:ext uri="{BB962C8B-B14F-4D97-AF65-F5344CB8AC3E}">
        <p14:creationId xmlns:p14="http://schemas.microsoft.com/office/powerpoint/2010/main" val="14869145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97280" y="286604"/>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74159"/>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Visualisation de la variance expliquée par composantes principale et choix du nombre de composantes : </a:t>
            </a:r>
          </a:p>
          <a:p>
            <a:pPr>
              <a:spcBef>
                <a:spcPts val="0"/>
              </a:spcBef>
              <a:spcAft>
                <a:spcPts val="0"/>
              </a:spcAft>
            </a:pPr>
            <a:endParaRPr lang="fr-FR" sz="1500" noProof="0" dirty="0"/>
          </a:p>
        </p:txBody>
      </p:sp>
      <p:pic>
        <p:nvPicPr>
          <p:cNvPr id="4098" name="Picture 2">
            <a:extLst>
              <a:ext uri="{FF2B5EF4-FFF2-40B4-BE49-F238E27FC236}">
                <a16:creationId xmlns:a16="http://schemas.microsoft.com/office/drawing/2014/main" id="{4FFE6B78-4610-FEE2-A618-B7DACE358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629" y="1370746"/>
            <a:ext cx="5667376" cy="45639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052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66800" y="289372"/>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a:spcBef>
                <a:spcPts val="0"/>
              </a:spcBef>
              <a:spcAft>
                <a:spcPts val="0"/>
              </a:spcAft>
              <a:buClrTx/>
              <a:buFont typeface="Wingdings" panose="05000000000000000000" pitchFamily="2" charset="2"/>
              <a:buChar char="v"/>
            </a:pPr>
            <a:r>
              <a:rPr lang="fr-FR" sz="2400" noProof="0" dirty="0"/>
              <a:t> </a:t>
            </a:r>
            <a:r>
              <a:rPr lang="fr-FR" sz="2400" noProof="0" dirty="0" err="1"/>
              <a:t>KMeans</a:t>
            </a:r>
            <a:r>
              <a:rPr lang="fr-FR" sz="2400" noProof="0" dirty="0"/>
              <a:t> sur les composantes principales </a:t>
            </a:r>
            <a:r>
              <a:rPr lang="fr-FR" sz="1500" noProof="0" dirty="0"/>
              <a:t>: </a:t>
            </a:r>
          </a:p>
        </p:txBody>
      </p:sp>
      <p:pic>
        <p:nvPicPr>
          <p:cNvPr id="8" name="Image 7">
            <a:extLst>
              <a:ext uri="{FF2B5EF4-FFF2-40B4-BE49-F238E27FC236}">
                <a16:creationId xmlns:a16="http://schemas.microsoft.com/office/drawing/2014/main" id="{8EF62FCB-F487-9DF8-7328-7EE402807084}"/>
              </a:ext>
            </a:extLst>
          </p:cNvPr>
          <p:cNvPicPr>
            <a:picLocks noChangeAspect="1"/>
          </p:cNvPicPr>
          <p:nvPr/>
        </p:nvPicPr>
        <p:blipFill>
          <a:blip r:embed="rId3"/>
          <a:stretch>
            <a:fillRect/>
          </a:stretch>
        </p:blipFill>
        <p:spPr>
          <a:xfrm>
            <a:off x="2785572" y="2105247"/>
            <a:ext cx="6845750" cy="2281917"/>
          </a:xfrm>
          <a:prstGeom prst="rect">
            <a:avLst/>
          </a:prstGeom>
        </p:spPr>
      </p:pic>
      <p:pic>
        <p:nvPicPr>
          <p:cNvPr id="5122" name="Picture 2">
            <a:extLst>
              <a:ext uri="{FF2B5EF4-FFF2-40B4-BE49-F238E27FC236}">
                <a16:creationId xmlns:a16="http://schemas.microsoft.com/office/drawing/2014/main" id="{3D0D3B1E-5AE0-A89E-3943-23C8CCE761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678" y="1426219"/>
            <a:ext cx="7844231" cy="4467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96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AD973-3ACA-1E98-5FBB-E0C09F7A7F1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AD61BE9-358B-0727-FD0E-CF95BCB25141}"/>
              </a:ext>
            </a:extLst>
          </p:cNvPr>
          <p:cNvSpPr txBox="1">
            <a:spLocks/>
          </p:cNvSpPr>
          <p:nvPr/>
        </p:nvSpPr>
        <p:spPr>
          <a:xfrm>
            <a:off x="1066800" y="289372"/>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D9EDDBDC-2EE3-83B6-5A65-865A17F484AE}"/>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742950" lvl="1" indent="-285750">
              <a:lnSpc>
                <a:spcPct val="115000"/>
              </a:lnSpc>
              <a:spcBef>
                <a:spcPts val="0"/>
              </a:spcBef>
              <a:spcAft>
                <a:spcPts val="0"/>
              </a:spcAft>
              <a:buSzPts val="1000"/>
              <a:buFont typeface="Courier New" panose="02070309020205020404" pitchFamily="49" charset="0"/>
              <a:buChar char="o"/>
              <a:tabLst>
                <a:tab pos="914400" algn="l"/>
              </a:tabLst>
            </a:pPr>
            <a:endParaRPr lang="fr-FR" sz="1500" noProof="0" dirty="0">
              <a:latin typeface="Aptos" panose="020B0004020202020204" pitchFamily="34" charset="0"/>
              <a:cs typeface="Times New Roman" panose="02020603050405020304" pitchFamily="18" charset="0"/>
            </a:endParaRPr>
          </a:p>
          <a:p>
            <a:pPr>
              <a:spcBef>
                <a:spcPts val="0"/>
              </a:spcBef>
              <a:spcAft>
                <a:spcPts val="0"/>
              </a:spcAft>
              <a:buClrTx/>
              <a:buFont typeface="Wingdings" panose="05000000000000000000" pitchFamily="2" charset="2"/>
              <a:buChar char="v"/>
            </a:pPr>
            <a:r>
              <a:rPr lang="fr-FR" sz="2400" noProof="0" dirty="0"/>
              <a:t> </a:t>
            </a:r>
            <a:r>
              <a:rPr lang="fr-FR" sz="2400" noProof="0" dirty="0" err="1"/>
              <a:t>KMeans</a:t>
            </a:r>
            <a:r>
              <a:rPr lang="fr-FR" sz="2400" noProof="0" dirty="0"/>
              <a:t> sur les composantes principales </a:t>
            </a:r>
            <a:r>
              <a:rPr lang="fr-FR" sz="1500" noProof="0" dirty="0"/>
              <a:t>: </a:t>
            </a:r>
          </a:p>
        </p:txBody>
      </p:sp>
      <p:pic>
        <p:nvPicPr>
          <p:cNvPr id="5" name="Image 4">
            <a:extLst>
              <a:ext uri="{FF2B5EF4-FFF2-40B4-BE49-F238E27FC236}">
                <a16:creationId xmlns:a16="http://schemas.microsoft.com/office/drawing/2014/main" id="{72A9AA95-97A4-62F0-547A-589C0C810FCE}"/>
              </a:ext>
            </a:extLst>
          </p:cNvPr>
          <p:cNvPicPr>
            <a:picLocks noChangeAspect="1"/>
          </p:cNvPicPr>
          <p:nvPr/>
        </p:nvPicPr>
        <p:blipFill>
          <a:blip r:embed="rId3"/>
          <a:stretch>
            <a:fillRect/>
          </a:stretch>
        </p:blipFill>
        <p:spPr>
          <a:xfrm>
            <a:off x="2508003" y="2423785"/>
            <a:ext cx="6648394" cy="1336360"/>
          </a:xfrm>
          <a:prstGeom prst="rect">
            <a:avLst/>
          </a:prstGeom>
        </p:spPr>
      </p:pic>
      <p:pic>
        <p:nvPicPr>
          <p:cNvPr id="7" name="Image 6">
            <a:extLst>
              <a:ext uri="{FF2B5EF4-FFF2-40B4-BE49-F238E27FC236}">
                <a16:creationId xmlns:a16="http://schemas.microsoft.com/office/drawing/2014/main" id="{A3F36859-5475-B520-72ED-C59636D37818}"/>
              </a:ext>
            </a:extLst>
          </p:cNvPr>
          <p:cNvPicPr>
            <a:picLocks noChangeAspect="1"/>
          </p:cNvPicPr>
          <p:nvPr/>
        </p:nvPicPr>
        <p:blipFill>
          <a:blip r:embed="rId4"/>
          <a:stretch>
            <a:fillRect/>
          </a:stretch>
        </p:blipFill>
        <p:spPr>
          <a:xfrm>
            <a:off x="425302" y="2258516"/>
            <a:ext cx="11232785" cy="1666898"/>
          </a:xfrm>
          <a:prstGeom prst="rect">
            <a:avLst/>
          </a:prstGeom>
        </p:spPr>
      </p:pic>
    </p:spTree>
    <p:extLst>
      <p:ext uri="{BB962C8B-B14F-4D97-AF65-F5344CB8AC3E}">
        <p14:creationId xmlns:p14="http://schemas.microsoft.com/office/powerpoint/2010/main" val="1753747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876832" y="193679"/>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Visualisation et </a:t>
            </a:r>
            <a:r>
              <a:rPr lang="fr-FR" sz="2400" dirty="0">
                <a:latin typeface="Aptos" panose="020B0004020202020204" pitchFamily="34" charset="0"/>
                <a:cs typeface="Times New Roman" panose="02020603050405020304" pitchFamily="18" charset="0"/>
              </a:rPr>
              <a:t>Interprétation des clusters : </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t>PC1 et PC2 </a:t>
            </a:r>
          </a:p>
        </p:txBody>
      </p:sp>
      <p:pic>
        <p:nvPicPr>
          <p:cNvPr id="6" name="Image 5">
            <a:extLst>
              <a:ext uri="{FF2B5EF4-FFF2-40B4-BE49-F238E27FC236}">
                <a16:creationId xmlns:a16="http://schemas.microsoft.com/office/drawing/2014/main" id="{BE42FB72-2119-3CE5-1E85-29A40C356ED6}"/>
              </a:ext>
            </a:extLst>
          </p:cNvPr>
          <p:cNvPicPr>
            <a:picLocks noChangeAspect="1"/>
          </p:cNvPicPr>
          <p:nvPr/>
        </p:nvPicPr>
        <p:blipFill>
          <a:blip r:embed="rId3"/>
          <a:stretch>
            <a:fillRect/>
          </a:stretch>
        </p:blipFill>
        <p:spPr>
          <a:xfrm>
            <a:off x="6393410" y="1406811"/>
            <a:ext cx="4425481" cy="4357014"/>
          </a:xfrm>
          <a:prstGeom prst="rect">
            <a:avLst/>
          </a:prstGeom>
        </p:spPr>
      </p:pic>
      <p:pic>
        <p:nvPicPr>
          <p:cNvPr id="5" name="Image 4">
            <a:extLst>
              <a:ext uri="{FF2B5EF4-FFF2-40B4-BE49-F238E27FC236}">
                <a16:creationId xmlns:a16="http://schemas.microsoft.com/office/drawing/2014/main" id="{CD24CDFF-4601-23F4-69C2-8AA649275F36}"/>
              </a:ext>
            </a:extLst>
          </p:cNvPr>
          <p:cNvPicPr>
            <a:picLocks noChangeAspect="1"/>
          </p:cNvPicPr>
          <p:nvPr/>
        </p:nvPicPr>
        <p:blipFill>
          <a:blip r:embed="rId4"/>
          <a:stretch>
            <a:fillRect/>
          </a:stretch>
        </p:blipFill>
        <p:spPr>
          <a:xfrm>
            <a:off x="561046" y="1730816"/>
            <a:ext cx="5495575" cy="3709004"/>
          </a:xfrm>
          <a:prstGeom prst="rect">
            <a:avLst/>
          </a:prstGeom>
        </p:spPr>
      </p:pic>
    </p:spTree>
    <p:extLst>
      <p:ext uri="{BB962C8B-B14F-4D97-AF65-F5344CB8AC3E}">
        <p14:creationId xmlns:p14="http://schemas.microsoft.com/office/powerpoint/2010/main" val="72717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A526D-0EA9-D2E2-3114-77E2DA4B119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47CC616-9771-6D23-411A-A46D258C5576}"/>
              </a:ext>
            </a:extLst>
          </p:cNvPr>
          <p:cNvSpPr txBox="1">
            <a:spLocks/>
          </p:cNvSpPr>
          <p:nvPr/>
        </p:nvSpPr>
        <p:spPr>
          <a:xfrm>
            <a:off x="876832" y="193679"/>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endParaRPr lang="fr-FR" noProof="0" dirty="0"/>
          </a:p>
        </p:txBody>
      </p:sp>
      <p:sp>
        <p:nvSpPr>
          <p:cNvPr id="3" name="Espace réservé du contenu 2">
            <a:extLst>
              <a:ext uri="{FF2B5EF4-FFF2-40B4-BE49-F238E27FC236}">
                <a16:creationId xmlns:a16="http://schemas.microsoft.com/office/drawing/2014/main" id="{F616FB5F-9B06-052C-2BB7-6BED32871FAB}"/>
              </a:ext>
            </a:extLst>
          </p:cNvPr>
          <p:cNvSpPr txBox="1">
            <a:spLocks/>
          </p:cNvSpPr>
          <p:nvPr/>
        </p:nvSpPr>
        <p:spPr>
          <a:xfrm>
            <a:off x="425302" y="598508"/>
            <a:ext cx="10730378" cy="5294936"/>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91440" lvl="1" indent="-91440">
              <a:spcBef>
                <a:spcPts val="0"/>
              </a:spcBef>
              <a:spcAft>
                <a:spcPts val="0"/>
              </a:spcAft>
              <a:buClrTx/>
              <a:buSzPct val="100000"/>
              <a:buFont typeface="Wingdings" panose="05000000000000000000" pitchFamily="2" charset="2"/>
              <a:buChar char="v"/>
              <a:tabLst>
                <a:tab pos="914400" algn="l"/>
              </a:tabLst>
            </a:pPr>
            <a:r>
              <a:rPr lang="fr-FR" sz="2400" dirty="0"/>
              <a:t> Teste d’ANOVA </a:t>
            </a:r>
            <a:r>
              <a:rPr lang="fr-FR" sz="2400" dirty="0">
                <a:latin typeface="Aptos" panose="020B0004020202020204" pitchFamily="34" charset="0"/>
                <a:cs typeface="Times New Roman" panose="02020603050405020304" pitchFamily="18" charset="0"/>
              </a:rPr>
              <a:t>: </a:t>
            </a:r>
          </a:p>
          <a:p>
            <a:pPr marL="0" lvl="1" indent="0">
              <a:spcBef>
                <a:spcPts val="0"/>
              </a:spcBef>
              <a:spcAft>
                <a:spcPts val="0"/>
              </a:spcAft>
              <a:buClrTx/>
              <a:buSzPct val="100000"/>
              <a:buNone/>
              <a:tabLst>
                <a:tab pos="914400" algn="l"/>
              </a:tabLst>
            </a:pPr>
            <a:endParaRPr lang="fr-FR" sz="1500" noProof="0" dirty="0"/>
          </a:p>
        </p:txBody>
      </p:sp>
      <p:pic>
        <p:nvPicPr>
          <p:cNvPr id="7" name="Image 6">
            <a:extLst>
              <a:ext uri="{FF2B5EF4-FFF2-40B4-BE49-F238E27FC236}">
                <a16:creationId xmlns:a16="http://schemas.microsoft.com/office/drawing/2014/main" id="{D0D5B7B4-35F9-B21D-112A-45DDB952A253}"/>
              </a:ext>
            </a:extLst>
          </p:cNvPr>
          <p:cNvPicPr>
            <a:picLocks noChangeAspect="1"/>
          </p:cNvPicPr>
          <p:nvPr/>
        </p:nvPicPr>
        <p:blipFill>
          <a:blip r:embed="rId3"/>
          <a:stretch>
            <a:fillRect/>
          </a:stretch>
        </p:blipFill>
        <p:spPr>
          <a:xfrm>
            <a:off x="2068421" y="1172605"/>
            <a:ext cx="7767263" cy="4360184"/>
          </a:xfrm>
          <a:prstGeom prst="rect">
            <a:avLst/>
          </a:prstGeom>
        </p:spPr>
      </p:pic>
      <p:pic>
        <p:nvPicPr>
          <p:cNvPr id="9" name="Image 8">
            <a:extLst>
              <a:ext uri="{FF2B5EF4-FFF2-40B4-BE49-F238E27FC236}">
                <a16:creationId xmlns:a16="http://schemas.microsoft.com/office/drawing/2014/main" id="{DBE1C07D-D427-5B2E-3AEA-5F43B1A67600}"/>
              </a:ext>
            </a:extLst>
          </p:cNvPr>
          <p:cNvPicPr>
            <a:picLocks noChangeAspect="1"/>
          </p:cNvPicPr>
          <p:nvPr/>
        </p:nvPicPr>
        <p:blipFill>
          <a:blip r:embed="rId4"/>
          <a:stretch>
            <a:fillRect/>
          </a:stretch>
        </p:blipFill>
        <p:spPr>
          <a:xfrm>
            <a:off x="364601" y="1172605"/>
            <a:ext cx="11571425" cy="4360184"/>
          </a:xfrm>
          <a:prstGeom prst="rect">
            <a:avLst/>
          </a:prstGeom>
        </p:spPr>
      </p:pic>
    </p:spTree>
    <p:extLst>
      <p:ext uri="{BB962C8B-B14F-4D97-AF65-F5344CB8AC3E}">
        <p14:creationId xmlns:p14="http://schemas.microsoft.com/office/powerpoint/2010/main" val="1281375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C46C14-445C-ABEC-B5EC-05581C351F25}"/>
              </a:ext>
            </a:extLst>
          </p:cNvPr>
          <p:cNvSpPr txBox="1">
            <a:spLocks/>
          </p:cNvSpPr>
          <p:nvPr/>
        </p:nvSpPr>
        <p:spPr>
          <a:xfrm>
            <a:off x="1066800" y="385860"/>
            <a:ext cx="10058400" cy="618272"/>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fr-FR" noProof="0" dirty="0"/>
              <a:t>Solution pour améliorer le remplissage des données </a:t>
            </a:r>
          </a:p>
        </p:txBody>
      </p:sp>
      <p:sp>
        <p:nvSpPr>
          <p:cNvPr id="3" name="Espace réservé du contenu 2">
            <a:extLst>
              <a:ext uri="{FF2B5EF4-FFF2-40B4-BE49-F238E27FC236}">
                <a16:creationId xmlns:a16="http://schemas.microsoft.com/office/drawing/2014/main" id="{87286E50-FA5C-BF29-3305-47D4F0622D0C}"/>
              </a:ext>
            </a:extLst>
          </p:cNvPr>
          <p:cNvSpPr txBox="1">
            <a:spLocks/>
          </p:cNvSpPr>
          <p:nvPr/>
        </p:nvSpPr>
        <p:spPr>
          <a:xfrm>
            <a:off x="457104" y="2021137"/>
            <a:ext cx="11206811" cy="4071319"/>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lvl="1" indent="0">
              <a:lnSpc>
                <a:spcPct val="115000"/>
              </a:lnSpc>
              <a:spcBef>
                <a:spcPts val="0"/>
              </a:spcBef>
              <a:spcAft>
                <a:spcPts val="0"/>
              </a:spcAft>
              <a:buSzPts val="1000"/>
              <a:buNone/>
              <a:tabLst>
                <a:tab pos="914400" algn="l"/>
              </a:tabLst>
            </a:pPr>
            <a:r>
              <a:rPr lang="fr-FR" sz="1500" noProof="0" dirty="0">
                <a:latin typeface="Aptos" panose="020B0004020202020204" pitchFamily="34" charset="0"/>
                <a:cs typeface="Times New Roman" panose="02020603050405020304" pitchFamily="18" charset="0"/>
              </a:rPr>
              <a:t>On peut imaginer le formulaire de remplissage de chaque nouveau produit comme suit :  </a:t>
            </a:r>
          </a:p>
          <a:p>
            <a:pPr marL="457200" lvl="1" indent="0">
              <a:lnSpc>
                <a:spcPct val="115000"/>
              </a:lnSpc>
              <a:spcBef>
                <a:spcPts val="0"/>
              </a:spcBef>
              <a:spcAft>
                <a:spcPts val="0"/>
              </a:spcAft>
              <a:buSzPts val="1000"/>
              <a:buNone/>
              <a:tabLst>
                <a:tab pos="914400" algn="l"/>
              </a:tabLst>
            </a:pPr>
            <a:endParaRPr lang="fr-FR" sz="1500" noProof="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dirty="0">
                <a:latin typeface="Aptos" panose="020B0004020202020204" pitchFamily="34" charset="0"/>
                <a:cs typeface="Times New Roman" panose="02020603050405020304" pitchFamily="18" charset="0"/>
              </a:rPr>
              <a:t>Formulaire avec des champs à remplir avec les colonnes strictement nécessaires </a:t>
            </a:r>
            <a:endParaRPr lang="fr-FR" sz="1500" noProof="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Avoir une vérification automatique pour le champ « code »si toutefois le produit existe déjà (pour éviter les doublons).</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Faciliter la saisie avec des champs déroulant ou avec un système d’</a:t>
            </a:r>
            <a:r>
              <a:rPr lang="fr-FR" sz="1500" noProof="0" dirty="0" err="1">
                <a:latin typeface="Aptos" panose="020B0004020202020204" pitchFamily="34" charset="0"/>
                <a:cs typeface="Times New Roman" panose="02020603050405020304" pitchFamily="18" charset="0"/>
              </a:rPr>
              <a:t>auto-complétion</a:t>
            </a:r>
            <a:r>
              <a:rPr lang="fr-FR" sz="1500" noProof="0" dirty="0">
                <a:latin typeface="Aptos" panose="020B0004020202020204" pitchFamily="34" charset="0"/>
                <a:cs typeface="Times New Roman" panose="02020603050405020304" pitchFamily="18" charset="0"/>
              </a:rPr>
              <a:t>.</a:t>
            </a:r>
            <a:endParaRPr lang="fr-FR" sz="1500" dirty="0">
              <a:latin typeface="Aptos" panose="020B0004020202020204" pitchFamily="34" charset="0"/>
              <a:cs typeface="Times New Roman" panose="02020603050405020304" pitchFamily="18" charset="0"/>
            </a:endParaRP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noProof="0" dirty="0">
                <a:latin typeface="Aptos" panose="020B0004020202020204" pitchFamily="34" charset="0"/>
                <a:cs typeface="Times New Roman" panose="02020603050405020304" pitchFamily="18" charset="0"/>
              </a:rPr>
              <a:t>Détection des valeurs aberrante par exemple ne pas déplacer un certain tau</a:t>
            </a:r>
            <a:r>
              <a:rPr lang="fr-FR" sz="1500" dirty="0">
                <a:latin typeface="Aptos" panose="020B0004020202020204" pitchFamily="34" charset="0"/>
                <a:cs typeface="Times New Roman" panose="02020603050405020304" pitchFamily="18" charset="0"/>
              </a:rPr>
              <a:t>x</a:t>
            </a:r>
            <a:r>
              <a:rPr lang="fr-FR" sz="1500" noProof="0" dirty="0">
                <a:latin typeface="Aptos" panose="020B0004020202020204" pitchFamily="34" charset="0"/>
                <a:cs typeface="Times New Roman" panose="02020603050405020304" pitchFamily="18" charset="0"/>
              </a:rPr>
              <a:t> d'énergie en </a:t>
            </a:r>
            <a:r>
              <a:rPr lang="fr-FR" sz="1500" dirty="0">
                <a:latin typeface="Aptos" panose="020B0004020202020204" pitchFamily="34" charset="0"/>
                <a:cs typeface="Times New Roman" panose="02020603050405020304" pitchFamily="18" charset="0"/>
              </a:rPr>
              <a:t>KJ</a:t>
            </a:r>
            <a:r>
              <a:rPr lang="fr-FR" sz="1500" noProof="0" dirty="0">
                <a:latin typeface="Aptos" panose="020B0004020202020204" pitchFamily="34" charset="0"/>
                <a:cs typeface="Times New Roman" panose="02020603050405020304" pitchFamily="18" charset="0"/>
              </a:rPr>
              <a:t> par 100 grammes ou ne pas dépasser la valeurs 100 pour 100 grammes de produit ou encore signaler une erreur quand la somme des champs et supérieurs à 100; </a:t>
            </a:r>
          </a:p>
          <a:p>
            <a:pPr marL="742950" lvl="1" indent="-285750">
              <a:lnSpc>
                <a:spcPct val="115000"/>
              </a:lnSpc>
              <a:spcBef>
                <a:spcPts val="0"/>
              </a:spcBef>
              <a:spcAft>
                <a:spcPts val="0"/>
              </a:spcAft>
              <a:buClr>
                <a:schemeClr val="tx1"/>
              </a:buClr>
              <a:buSzPts val="1000"/>
              <a:buFont typeface="Wingdings" panose="05000000000000000000" pitchFamily="2" charset="2"/>
              <a:buChar char="Ø"/>
              <a:tabLst>
                <a:tab pos="914400" algn="l"/>
              </a:tabLst>
            </a:pPr>
            <a:r>
              <a:rPr lang="fr-FR" sz="1500" dirty="0">
                <a:latin typeface="Aptos" panose="020B0004020202020204" pitchFamily="34" charset="0"/>
                <a:cs typeface="Times New Roman" panose="02020603050405020304" pitchFamily="18" charset="0"/>
              </a:rPr>
              <a:t>Remplissage par ECR ( Optical </a:t>
            </a:r>
            <a:r>
              <a:rPr lang="fr-FR" sz="1500" dirty="0" err="1">
                <a:latin typeface="Aptos" panose="020B0004020202020204" pitchFamily="34" charset="0"/>
                <a:cs typeface="Times New Roman" panose="02020603050405020304" pitchFamily="18" charset="0"/>
              </a:rPr>
              <a:t>Character</a:t>
            </a:r>
            <a:r>
              <a:rPr lang="fr-FR" sz="1500" dirty="0">
                <a:latin typeface="Aptos" panose="020B0004020202020204" pitchFamily="34" charset="0"/>
                <a:cs typeface="Times New Roman" panose="02020603050405020304" pitchFamily="18" charset="0"/>
              </a:rPr>
              <a:t> Recognition) avec une IA capable de transformer la liste des nutriments en une table </a:t>
            </a:r>
          </a:p>
          <a:p>
            <a:pPr marL="457200" lvl="1" indent="0">
              <a:lnSpc>
                <a:spcPct val="115000"/>
              </a:lnSpc>
              <a:spcBef>
                <a:spcPts val="0"/>
              </a:spcBef>
              <a:spcAft>
                <a:spcPts val="0"/>
              </a:spcAft>
              <a:buSzPts val="1000"/>
              <a:buNone/>
              <a:tabLst>
                <a:tab pos="914400" algn="l"/>
              </a:tabLst>
            </a:pPr>
            <a:endParaRPr lang="fr-FR" sz="1500" noProof="0" dirty="0">
              <a:latin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5184783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83F55CA-FB70-4E36-ED01-6F0221BDB694}"/>
              </a:ext>
            </a:extLst>
          </p:cNvPr>
          <p:cNvPicPr>
            <a:picLocks noChangeAspect="1"/>
          </p:cNvPicPr>
          <p:nvPr/>
        </p:nvPicPr>
        <p:blipFill>
          <a:blip r:embed="rId2"/>
          <a:stretch>
            <a:fillRect/>
          </a:stretch>
        </p:blipFill>
        <p:spPr>
          <a:xfrm>
            <a:off x="6862527" y="1566249"/>
            <a:ext cx="4593256" cy="3145012"/>
          </a:xfrm>
          <a:prstGeom prst="rect">
            <a:avLst/>
          </a:prstGeom>
        </p:spPr>
      </p:pic>
      <p:pic>
        <p:nvPicPr>
          <p:cNvPr id="5" name="Image 4">
            <a:extLst>
              <a:ext uri="{FF2B5EF4-FFF2-40B4-BE49-F238E27FC236}">
                <a16:creationId xmlns:a16="http://schemas.microsoft.com/office/drawing/2014/main" id="{8153942D-3EC2-BB8A-85BF-3EBD6DA021A2}"/>
              </a:ext>
            </a:extLst>
          </p:cNvPr>
          <p:cNvPicPr>
            <a:picLocks noChangeAspect="1"/>
          </p:cNvPicPr>
          <p:nvPr/>
        </p:nvPicPr>
        <p:blipFill>
          <a:blip r:embed="rId3"/>
          <a:stretch>
            <a:fillRect/>
          </a:stretch>
        </p:blipFill>
        <p:spPr>
          <a:xfrm>
            <a:off x="4485671" y="1014986"/>
            <a:ext cx="2146642" cy="4610743"/>
          </a:xfrm>
          <a:prstGeom prst="rect">
            <a:avLst/>
          </a:prstGeom>
        </p:spPr>
      </p:pic>
      <p:pic>
        <p:nvPicPr>
          <p:cNvPr id="7" name="Image 6">
            <a:extLst>
              <a:ext uri="{FF2B5EF4-FFF2-40B4-BE49-F238E27FC236}">
                <a16:creationId xmlns:a16="http://schemas.microsoft.com/office/drawing/2014/main" id="{D8571E0D-6550-4E7A-1F0B-E4CFACD3D5EE}"/>
              </a:ext>
            </a:extLst>
          </p:cNvPr>
          <p:cNvPicPr>
            <a:picLocks noChangeAspect="1"/>
          </p:cNvPicPr>
          <p:nvPr/>
        </p:nvPicPr>
        <p:blipFill>
          <a:blip r:embed="rId4"/>
          <a:stretch>
            <a:fillRect/>
          </a:stretch>
        </p:blipFill>
        <p:spPr>
          <a:xfrm>
            <a:off x="666030" y="1014986"/>
            <a:ext cx="3562847" cy="4610743"/>
          </a:xfrm>
          <a:prstGeom prst="rect">
            <a:avLst/>
          </a:prstGeom>
        </p:spPr>
      </p:pic>
    </p:spTree>
    <p:extLst>
      <p:ext uri="{BB962C8B-B14F-4D97-AF65-F5344CB8AC3E}">
        <p14:creationId xmlns:p14="http://schemas.microsoft.com/office/powerpoint/2010/main" val="15019867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F91F3503-E04B-34AD-C809-1B425CD398F9}"/>
              </a:ext>
            </a:extLst>
          </p:cNvPr>
          <p:cNvPicPr>
            <a:picLocks noChangeAspect="1"/>
          </p:cNvPicPr>
          <p:nvPr/>
        </p:nvPicPr>
        <p:blipFill>
          <a:blip r:embed="rId2"/>
          <a:stretch>
            <a:fillRect/>
          </a:stretch>
        </p:blipFill>
        <p:spPr>
          <a:xfrm>
            <a:off x="196645" y="287443"/>
            <a:ext cx="12192000" cy="6118200"/>
          </a:xfrm>
          <a:prstGeom prst="rect">
            <a:avLst/>
          </a:prstGeom>
        </p:spPr>
      </p:pic>
    </p:spTree>
    <p:extLst>
      <p:ext uri="{BB962C8B-B14F-4D97-AF65-F5344CB8AC3E}">
        <p14:creationId xmlns:p14="http://schemas.microsoft.com/office/powerpoint/2010/main" val="1875943806"/>
      </p:ext>
    </p:extLst>
  </p:cSld>
  <p:clrMapOvr>
    <a:masterClrMapping/>
  </p:clrMapOvr>
</p:sld>
</file>

<file path=ppt/theme/theme1.xml><?xml version="1.0" encoding="utf-8"?>
<a:theme xmlns:a="http://schemas.openxmlformats.org/drawingml/2006/main" name="Rétrospective">
  <a:themeElements>
    <a:clrScheme name="Violet">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51652</TotalTime>
  <Words>4087</Words>
  <Application>Microsoft Office PowerPoint</Application>
  <PresentationFormat>Grand écran</PresentationFormat>
  <Paragraphs>395</Paragraphs>
  <Slides>43</Slides>
  <Notes>40</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43</vt:i4>
      </vt:variant>
    </vt:vector>
  </HeadingPairs>
  <TitlesOfParts>
    <vt:vector size="55" baseType="lpstr">
      <vt:lpstr>Aptos</vt:lpstr>
      <vt:lpstr>Aptos Display</vt:lpstr>
      <vt:lpstr>Arial</vt:lpstr>
      <vt:lpstr>Calibri</vt:lpstr>
      <vt:lpstr>Calibri Light</vt:lpstr>
      <vt:lpstr>Courier New</vt:lpstr>
      <vt:lpstr>Helvetica Neue</vt:lpstr>
      <vt:lpstr>Inter</vt:lpstr>
      <vt:lpstr>Symbol</vt:lpstr>
      <vt:lpstr>Wingdings</vt:lpstr>
      <vt:lpstr>Rétrospective</vt:lpstr>
      <vt:lpstr>Conception personnalisée</vt:lpstr>
      <vt:lpstr>Projet 4:Anticipez les besoins en consommation de bâtiments</vt:lpstr>
      <vt:lpstr>Sommaire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amine attig</dc:creator>
  <cp:lastModifiedBy>Marion Sol</cp:lastModifiedBy>
  <cp:revision>3</cp:revision>
  <dcterms:created xsi:type="dcterms:W3CDTF">2024-07-27T13:56:50Z</dcterms:created>
  <dcterms:modified xsi:type="dcterms:W3CDTF">2025-01-24T11:39:47Z</dcterms:modified>
</cp:coreProperties>
</file>